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72" r:id="rId2"/>
    <p:sldMasterId id="2147483660" r:id="rId3"/>
  </p:sldMasterIdLst>
  <p:notesMasterIdLst>
    <p:notesMasterId r:id="rId5"/>
  </p:notesMasterIdLst>
  <p:sldIdLst>
    <p:sldId id="258" r:id="rId4"/>
  </p:sldIdLst>
  <p:sldSz cx="30275213" cy="42811700"/>
  <p:notesSz cx="6858000" cy="9144000"/>
  <p:defaultTextStyle>
    <a:defPPr>
      <a:defRPr lang="en-US"/>
    </a:defPPr>
    <a:lvl1pPr marL="0" algn="l" defTabSz="2088170" rtl="0" eaLnBrk="1" latinLnBrk="0" hangingPunct="1">
      <a:defRPr sz="8200" kern="1200">
        <a:solidFill>
          <a:schemeClr val="tx1"/>
        </a:solidFill>
        <a:latin typeface="+mn-lt"/>
        <a:ea typeface="+mn-ea"/>
        <a:cs typeface="+mn-cs"/>
      </a:defRPr>
    </a:lvl1pPr>
    <a:lvl2pPr marL="2088170" algn="l" defTabSz="2088170" rtl="0" eaLnBrk="1" latinLnBrk="0" hangingPunct="1">
      <a:defRPr sz="8200" kern="1200">
        <a:solidFill>
          <a:schemeClr val="tx1"/>
        </a:solidFill>
        <a:latin typeface="+mn-lt"/>
        <a:ea typeface="+mn-ea"/>
        <a:cs typeface="+mn-cs"/>
      </a:defRPr>
    </a:lvl2pPr>
    <a:lvl3pPr marL="4176339" algn="l" defTabSz="2088170" rtl="0" eaLnBrk="1" latinLnBrk="0" hangingPunct="1">
      <a:defRPr sz="8200" kern="1200">
        <a:solidFill>
          <a:schemeClr val="tx1"/>
        </a:solidFill>
        <a:latin typeface="+mn-lt"/>
        <a:ea typeface="+mn-ea"/>
        <a:cs typeface="+mn-cs"/>
      </a:defRPr>
    </a:lvl3pPr>
    <a:lvl4pPr marL="6264509" algn="l" defTabSz="2088170" rtl="0" eaLnBrk="1" latinLnBrk="0" hangingPunct="1">
      <a:defRPr sz="8200" kern="1200">
        <a:solidFill>
          <a:schemeClr val="tx1"/>
        </a:solidFill>
        <a:latin typeface="+mn-lt"/>
        <a:ea typeface="+mn-ea"/>
        <a:cs typeface="+mn-cs"/>
      </a:defRPr>
    </a:lvl4pPr>
    <a:lvl5pPr marL="8352678" algn="l" defTabSz="2088170" rtl="0" eaLnBrk="1" latinLnBrk="0" hangingPunct="1">
      <a:defRPr sz="8200" kern="1200">
        <a:solidFill>
          <a:schemeClr val="tx1"/>
        </a:solidFill>
        <a:latin typeface="+mn-lt"/>
        <a:ea typeface="+mn-ea"/>
        <a:cs typeface="+mn-cs"/>
      </a:defRPr>
    </a:lvl5pPr>
    <a:lvl6pPr marL="10440848" algn="l" defTabSz="2088170" rtl="0" eaLnBrk="1" latinLnBrk="0" hangingPunct="1">
      <a:defRPr sz="8200" kern="1200">
        <a:solidFill>
          <a:schemeClr val="tx1"/>
        </a:solidFill>
        <a:latin typeface="+mn-lt"/>
        <a:ea typeface="+mn-ea"/>
        <a:cs typeface="+mn-cs"/>
      </a:defRPr>
    </a:lvl6pPr>
    <a:lvl7pPr marL="12529017" algn="l" defTabSz="2088170" rtl="0" eaLnBrk="1" latinLnBrk="0" hangingPunct="1">
      <a:defRPr sz="8200" kern="1200">
        <a:solidFill>
          <a:schemeClr val="tx1"/>
        </a:solidFill>
        <a:latin typeface="+mn-lt"/>
        <a:ea typeface="+mn-ea"/>
        <a:cs typeface="+mn-cs"/>
      </a:defRPr>
    </a:lvl7pPr>
    <a:lvl8pPr marL="14617187" algn="l" defTabSz="2088170" rtl="0" eaLnBrk="1" latinLnBrk="0" hangingPunct="1">
      <a:defRPr sz="8200" kern="1200">
        <a:solidFill>
          <a:schemeClr val="tx1"/>
        </a:solidFill>
        <a:latin typeface="+mn-lt"/>
        <a:ea typeface="+mn-ea"/>
        <a:cs typeface="+mn-cs"/>
      </a:defRPr>
    </a:lvl8pPr>
    <a:lvl9pPr marL="16705356" algn="l" defTabSz="2088170"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4">
          <p15:clr>
            <a:srgbClr val="A4A3A4"/>
          </p15:clr>
        </p15:guide>
        <p15:guide id="2" pos="2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97D"/>
    <a:srgbClr val="B9CDE5"/>
    <a:srgbClr val="72ACE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43A962-95A6-D246-A786-EB49C6DA0D48}" v="31" dt="2025-10-28T18:58:07.799"/>
  </p1510:revLst>
</p1510:revInfo>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tílus és rács nélkül">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Világos stílus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30"/>
    <p:restoredTop sz="96296" autoAdjust="0"/>
  </p:normalViewPr>
  <p:slideViewPr>
    <p:cSldViewPr snapToGrid="0" snapToObjects="1">
      <p:cViewPr>
        <p:scale>
          <a:sx n="30" d="100"/>
          <a:sy n="30" d="100"/>
        </p:scale>
        <p:origin x="2624" y="-984"/>
      </p:cViewPr>
      <p:guideLst>
        <p:guide orient="horz" pos="13484"/>
        <p:guide pos="2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sa Hamilton" userId="35fb2a88-a81d-488f-8270-d2bfad5ac944" providerId="ADAL" clId="{492B0D56-76BB-54D4-98A8-64DAD8E5C502}"/>
    <pc:docChg chg="undo custSel modSld">
      <pc:chgData name="Alisa Hamilton" userId="35fb2a88-a81d-488f-8270-d2bfad5ac944" providerId="ADAL" clId="{492B0D56-76BB-54D4-98A8-64DAD8E5C502}" dt="2025-10-28T18:59:20.101" v="719" actId="478"/>
      <pc:docMkLst>
        <pc:docMk/>
      </pc:docMkLst>
      <pc:sldChg chg="addSp delSp modSp mod">
        <pc:chgData name="Alisa Hamilton" userId="35fb2a88-a81d-488f-8270-d2bfad5ac944" providerId="ADAL" clId="{492B0D56-76BB-54D4-98A8-64DAD8E5C502}" dt="2025-10-28T18:59:20.101" v="719" actId="478"/>
        <pc:sldMkLst>
          <pc:docMk/>
          <pc:sldMk cId="3864525475" sldId="258"/>
        </pc:sldMkLst>
        <pc:spChg chg="add mod topLvl">
          <ac:chgData name="Alisa Hamilton" userId="35fb2a88-a81d-488f-8270-d2bfad5ac944" providerId="ADAL" clId="{492B0D56-76BB-54D4-98A8-64DAD8E5C502}" dt="2025-10-28T18:30:16.103" v="91" actId="14100"/>
          <ac:spMkLst>
            <pc:docMk/>
            <pc:sldMk cId="3864525475" sldId="258"/>
            <ac:spMk id="8" creationId="{85EC7825-FDDC-F599-73CF-049DA5C9C5B0}"/>
          </ac:spMkLst>
        </pc:spChg>
        <pc:spChg chg="add mod topLvl">
          <ac:chgData name="Alisa Hamilton" userId="35fb2a88-a81d-488f-8270-d2bfad5ac944" providerId="ADAL" clId="{492B0D56-76BB-54D4-98A8-64DAD8E5C502}" dt="2025-10-28T18:30:09.188" v="90" actId="14100"/>
          <ac:spMkLst>
            <pc:docMk/>
            <pc:sldMk cId="3864525475" sldId="258"/>
            <ac:spMk id="9" creationId="{59C1FE15-9D4E-15E1-61F1-ADD8B6348133}"/>
          </ac:spMkLst>
        </pc:spChg>
        <pc:spChg chg="add mod topLvl">
          <ac:chgData name="Alisa Hamilton" userId="35fb2a88-a81d-488f-8270-d2bfad5ac944" providerId="ADAL" clId="{492B0D56-76BB-54D4-98A8-64DAD8E5C502}" dt="2025-10-28T18:30:09.188" v="90" actId="14100"/>
          <ac:spMkLst>
            <pc:docMk/>
            <pc:sldMk cId="3864525475" sldId="258"/>
            <ac:spMk id="10" creationId="{9BB4113B-378E-A79E-DD39-BE5FCA3EE601}"/>
          </ac:spMkLst>
        </pc:spChg>
        <pc:spChg chg="add mod topLvl">
          <ac:chgData name="Alisa Hamilton" userId="35fb2a88-a81d-488f-8270-d2bfad5ac944" providerId="ADAL" clId="{492B0D56-76BB-54D4-98A8-64DAD8E5C502}" dt="2025-10-28T18:30:09.188" v="90" actId="14100"/>
          <ac:spMkLst>
            <pc:docMk/>
            <pc:sldMk cId="3864525475" sldId="258"/>
            <ac:spMk id="11" creationId="{05A3BB6B-DE72-F1F0-24B9-21019C0FE327}"/>
          </ac:spMkLst>
        </pc:spChg>
        <pc:spChg chg="add mod topLvl">
          <ac:chgData name="Alisa Hamilton" userId="35fb2a88-a81d-488f-8270-d2bfad5ac944" providerId="ADAL" clId="{492B0D56-76BB-54D4-98A8-64DAD8E5C502}" dt="2025-10-28T18:30:00.839" v="88" actId="1076"/>
          <ac:spMkLst>
            <pc:docMk/>
            <pc:sldMk cId="3864525475" sldId="258"/>
            <ac:spMk id="12" creationId="{8FFC1455-59BD-F005-C015-0B6C56308D35}"/>
          </ac:spMkLst>
        </pc:spChg>
        <pc:spChg chg="del">
          <ac:chgData name="Alisa Hamilton" userId="35fb2a88-a81d-488f-8270-d2bfad5ac944" providerId="ADAL" clId="{492B0D56-76BB-54D4-98A8-64DAD8E5C502}" dt="2025-10-28T18:59:17.533" v="718" actId="478"/>
          <ac:spMkLst>
            <pc:docMk/>
            <pc:sldMk cId="3864525475" sldId="258"/>
            <ac:spMk id="13" creationId="{BA6CE12C-A026-77C3-06CD-97D4B70E0B68}"/>
          </ac:spMkLst>
        </pc:spChg>
        <pc:spChg chg="add mod topLvl">
          <ac:chgData name="Alisa Hamilton" userId="35fb2a88-a81d-488f-8270-d2bfad5ac944" providerId="ADAL" clId="{492B0D56-76BB-54D4-98A8-64DAD8E5C502}" dt="2025-10-28T18:30:00.839" v="88" actId="1076"/>
          <ac:spMkLst>
            <pc:docMk/>
            <pc:sldMk cId="3864525475" sldId="258"/>
            <ac:spMk id="14" creationId="{063E9D93-B3B8-6091-6FAC-8F5B4FEAD579}"/>
          </ac:spMkLst>
        </pc:spChg>
        <pc:spChg chg="add mod topLvl">
          <ac:chgData name="Alisa Hamilton" userId="35fb2a88-a81d-488f-8270-d2bfad5ac944" providerId="ADAL" clId="{492B0D56-76BB-54D4-98A8-64DAD8E5C502}" dt="2025-10-28T18:36:01.213" v="205" actId="20577"/>
          <ac:spMkLst>
            <pc:docMk/>
            <pc:sldMk cId="3864525475" sldId="258"/>
            <ac:spMk id="15" creationId="{4AAA5B83-1555-B177-567B-39625BD53B77}"/>
          </ac:spMkLst>
        </pc:spChg>
        <pc:spChg chg="del">
          <ac:chgData name="Alisa Hamilton" userId="35fb2a88-a81d-488f-8270-d2bfad5ac944" providerId="ADAL" clId="{492B0D56-76BB-54D4-98A8-64DAD8E5C502}" dt="2025-10-28T18:59:17.533" v="718" actId="478"/>
          <ac:spMkLst>
            <pc:docMk/>
            <pc:sldMk cId="3864525475" sldId="258"/>
            <ac:spMk id="23" creationId="{168660D7-DFBD-E4C8-7072-4D638CF4DBBE}"/>
          </ac:spMkLst>
        </pc:spChg>
        <pc:spChg chg="del">
          <ac:chgData name="Alisa Hamilton" userId="35fb2a88-a81d-488f-8270-d2bfad5ac944" providerId="ADAL" clId="{492B0D56-76BB-54D4-98A8-64DAD8E5C502}" dt="2025-10-28T18:59:17.533" v="718" actId="478"/>
          <ac:spMkLst>
            <pc:docMk/>
            <pc:sldMk cId="3864525475" sldId="258"/>
            <ac:spMk id="25" creationId="{6C78108F-1B8D-825C-85CD-7396F0A0370E}"/>
          </ac:spMkLst>
        </pc:spChg>
        <pc:spChg chg="del">
          <ac:chgData name="Alisa Hamilton" userId="35fb2a88-a81d-488f-8270-d2bfad5ac944" providerId="ADAL" clId="{492B0D56-76BB-54D4-98A8-64DAD8E5C502}" dt="2025-10-28T18:59:17.533" v="718" actId="478"/>
          <ac:spMkLst>
            <pc:docMk/>
            <pc:sldMk cId="3864525475" sldId="258"/>
            <ac:spMk id="26" creationId="{688851A6-1AC8-E5CE-3C1E-59A6846AA8A3}"/>
          </ac:spMkLst>
        </pc:spChg>
        <pc:spChg chg="del">
          <ac:chgData name="Alisa Hamilton" userId="35fb2a88-a81d-488f-8270-d2bfad5ac944" providerId="ADAL" clId="{492B0D56-76BB-54D4-98A8-64DAD8E5C502}" dt="2025-10-28T18:59:17.533" v="718" actId="478"/>
          <ac:spMkLst>
            <pc:docMk/>
            <pc:sldMk cId="3864525475" sldId="258"/>
            <ac:spMk id="28" creationId="{434B2DED-FCEE-C539-ABF1-42918F8BE1BD}"/>
          </ac:spMkLst>
        </pc:spChg>
        <pc:spChg chg="del">
          <ac:chgData name="Alisa Hamilton" userId="35fb2a88-a81d-488f-8270-d2bfad5ac944" providerId="ADAL" clId="{492B0D56-76BB-54D4-98A8-64DAD8E5C502}" dt="2025-10-28T18:59:17.533" v="718" actId="478"/>
          <ac:spMkLst>
            <pc:docMk/>
            <pc:sldMk cId="3864525475" sldId="258"/>
            <ac:spMk id="29" creationId="{B2B72F8B-D5A2-2DAA-7228-7BA21421BB97}"/>
          </ac:spMkLst>
        </pc:spChg>
        <pc:spChg chg="mod">
          <ac:chgData name="Alisa Hamilton" userId="35fb2a88-a81d-488f-8270-d2bfad5ac944" providerId="ADAL" clId="{492B0D56-76BB-54D4-98A8-64DAD8E5C502}" dt="2025-10-28T18:53:28.739" v="405" actId="20577"/>
          <ac:spMkLst>
            <pc:docMk/>
            <pc:sldMk cId="3864525475" sldId="258"/>
            <ac:spMk id="30" creationId="{F4FED451-D7DB-A1E7-1344-71531239494F}"/>
          </ac:spMkLst>
        </pc:spChg>
        <pc:spChg chg="mod">
          <ac:chgData name="Alisa Hamilton" userId="35fb2a88-a81d-488f-8270-d2bfad5ac944" providerId="ADAL" clId="{492B0D56-76BB-54D4-98A8-64DAD8E5C502}" dt="2025-10-28T18:55:20.705" v="468" actId="1035"/>
          <ac:spMkLst>
            <pc:docMk/>
            <pc:sldMk cId="3864525475" sldId="258"/>
            <ac:spMk id="37" creationId="{A9D521EB-340E-2B51-1B5C-D7418D76B401}"/>
          </ac:spMkLst>
        </pc:spChg>
        <pc:spChg chg="mod">
          <ac:chgData name="Alisa Hamilton" userId="35fb2a88-a81d-488f-8270-d2bfad5ac944" providerId="ADAL" clId="{492B0D56-76BB-54D4-98A8-64DAD8E5C502}" dt="2025-10-28T18:30:29.771" v="94" actId="14100"/>
          <ac:spMkLst>
            <pc:docMk/>
            <pc:sldMk cId="3864525475" sldId="258"/>
            <ac:spMk id="48" creationId="{C5F6366C-6ABD-80D2-4657-B68C25E76C4B}"/>
          </ac:spMkLst>
        </pc:spChg>
        <pc:spChg chg="del mod">
          <ac:chgData name="Alisa Hamilton" userId="35fb2a88-a81d-488f-8270-d2bfad5ac944" providerId="ADAL" clId="{492B0D56-76BB-54D4-98A8-64DAD8E5C502}" dt="2025-10-28T18:51:14.893" v="281" actId="478"/>
          <ac:spMkLst>
            <pc:docMk/>
            <pc:sldMk cId="3864525475" sldId="258"/>
            <ac:spMk id="51" creationId="{4266CD1A-D14E-6633-288F-B19D3621AACF}"/>
          </ac:spMkLst>
        </pc:spChg>
        <pc:spChg chg="del">
          <ac:chgData name="Alisa Hamilton" userId="35fb2a88-a81d-488f-8270-d2bfad5ac944" providerId="ADAL" clId="{492B0D56-76BB-54D4-98A8-64DAD8E5C502}" dt="2025-10-28T18:28:31.300" v="71" actId="478"/>
          <ac:spMkLst>
            <pc:docMk/>
            <pc:sldMk cId="3864525475" sldId="258"/>
            <ac:spMk id="52" creationId="{F06C3F18-0E3F-757B-CC1B-8E87DC684D7A}"/>
          </ac:spMkLst>
        </pc:spChg>
        <pc:spChg chg="del mod">
          <ac:chgData name="Alisa Hamilton" userId="35fb2a88-a81d-488f-8270-d2bfad5ac944" providerId="ADAL" clId="{492B0D56-76BB-54D4-98A8-64DAD8E5C502}" dt="2025-10-28T18:28:32.435" v="72" actId="478"/>
          <ac:spMkLst>
            <pc:docMk/>
            <pc:sldMk cId="3864525475" sldId="258"/>
            <ac:spMk id="53" creationId="{5320B73E-B268-DC3A-9830-F38309DFF6D4}"/>
          </ac:spMkLst>
        </pc:spChg>
        <pc:spChg chg="del">
          <ac:chgData name="Alisa Hamilton" userId="35fb2a88-a81d-488f-8270-d2bfad5ac944" providerId="ADAL" clId="{492B0D56-76BB-54D4-98A8-64DAD8E5C502}" dt="2025-10-28T18:28:21.502" v="64" actId="478"/>
          <ac:spMkLst>
            <pc:docMk/>
            <pc:sldMk cId="3864525475" sldId="258"/>
            <ac:spMk id="55" creationId="{69610978-59D3-7ADA-F79C-133ADC5F8E59}"/>
          </ac:spMkLst>
        </pc:spChg>
        <pc:spChg chg="del">
          <ac:chgData name="Alisa Hamilton" userId="35fb2a88-a81d-488f-8270-d2bfad5ac944" providerId="ADAL" clId="{492B0D56-76BB-54D4-98A8-64DAD8E5C502}" dt="2025-10-28T18:28:30.256" v="70" actId="478"/>
          <ac:spMkLst>
            <pc:docMk/>
            <pc:sldMk cId="3864525475" sldId="258"/>
            <ac:spMk id="56" creationId="{FE33608B-E1C9-6B9F-A5E2-2BCAFC71B631}"/>
          </ac:spMkLst>
        </pc:spChg>
        <pc:spChg chg="add del mod">
          <ac:chgData name="Alisa Hamilton" userId="35fb2a88-a81d-488f-8270-d2bfad5ac944" providerId="ADAL" clId="{492B0D56-76BB-54D4-98A8-64DAD8E5C502}" dt="2025-10-28T18:51:16.727" v="282" actId="478"/>
          <ac:spMkLst>
            <pc:docMk/>
            <pc:sldMk cId="3864525475" sldId="258"/>
            <ac:spMk id="58" creationId="{9B495CC8-F75C-3E83-BEE0-E7FD4E005B61}"/>
          </ac:spMkLst>
        </pc:spChg>
        <pc:spChg chg="add mod">
          <ac:chgData name="Alisa Hamilton" userId="35fb2a88-a81d-488f-8270-d2bfad5ac944" providerId="ADAL" clId="{492B0D56-76BB-54D4-98A8-64DAD8E5C502}" dt="2025-10-28T18:56:08.619" v="489" actId="1076"/>
          <ac:spMkLst>
            <pc:docMk/>
            <pc:sldMk cId="3864525475" sldId="258"/>
            <ac:spMk id="59" creationId="{85F17E1A-8770-B947-1ACB-91D54106D987}"/>
          </ac:spMkLst>
        </pc:spChg>
        <pc:spChg chg="add mod">
          <ac:chgData name="Alisa Hamilton" userId="35fb2a88-a81d-488f-8270-d2bfad5ac944" providerId="ADAL" clId="{492B0D56-76BB-54D4-98A8-64DAD8E5C502}" dt="2025-10-28T18:56:27.096" v="492"/>
          <ac:spMkLst>
            <pc:docMk/>
            <pc:sldMk cId="3864525475" sldId="258"/>
            <ac:spMk id="60" creationId="{3E5CA304-A7B8-6D57-D4D6-17EEAB0DE0DB}"/>
          </ac:spMkLst>
        </pc:spChg>
        <pc:spChg chg="add mod">
          <ac:chgData name="Alisa Hamilton" userId="35fb2a88-a81d-488f-8270-d2bfad5ac944" providerId="ADAL" clId="{492B0D56-76BB-54D4-98A8-64DAD8E5C502}" dt="2025-10-28T18:57:32.209" v="674" actId="1076"/>
          <ac:spMkLst>
            <pc:docMk/>
            <pc:sldMk cId="3864525475" sldId="258"/>
            <ac:spMk id="62" creationId="{25440D41-F5B0-AA32-640D-C02F03CBA32A}"/>
          </ac:spMkLst>
        </pc:spChg>
        <pc:spChg chg="add mod">
          <ac:chgData name="Alisa Hamilton" userId="35fb2a88-a81d-488f-8270-d2bfad5ac944" providerId="ADAL" clId="{492B0D56-76BB-54D4-98A8-64DAD8E5C502}" dt="2025-10-28T18:58:46.069" v="717" actId="1076"/>
          <ac:spMkLst>
            <pc:docMk/>
            <pc:sldMk cId="3864525475" sldId="258"/>
            <ac:spMk id="64" creationId="{D735422D-BE5C-BA51-4B2C-D254A07A31F9}"/>
          </ac:spMkLst>
        </pc:spChg>
        <pc:spChg chg="del">
          <ac:chgData name="Alisa Hamilton" userId="35fb2a88-a81d-488f-8270-d2bfad5ac944" providerId="ADAL" clId="{492B0D56-76BB-54D4-98A8-64DAD8E5C502}" dt="2025-10-28T18:28:02.522" v="63" actId="478"/>
          <ac:spMkLst>
            <pc:docMk/>
            <pc:sldMk cId="3864525475" sldId="258"/>
            <ac:spMk id="69" creationId="{0041AF9A-ED42-7050-4225-34ECEA8C9EE8}"/>
          </ac:spMkLst>
        </pc:spChg>
        <pc:spChg chg="mod">
          <ac:chgData name="Alisa Hamilton" userId="35fb2a88-a81d-488f-8270-d2bfad5ac944" providerId="ADAL" clId="{492B0D56-76BB-54D4-98A8-64DAD8E5C502}" dt="2025-10-28T18:58:04.477" v="692" actId="255"/>
          <ac:spMkLst>
            <pc:docMk/>
            <pc:sldMk cId="3864525475" sldId="258"/>
            <ac:spMk id="73" creationId="{6A10B254-FE71-B8AD-D0BB-E7AE0078ED17}"/>
          </ac:spMkLst>
        </pc:spChg>
        <pc:spChg chg="mod">
          <ac:chgData name="Alisa Hamilton" userId="35fb2a88-a81d-488f-8270-d2bfad5ac944" providerId="ADAL" clId="{492B0D56-76BB-54D4-98A8-64DAD8E5C502}" dt="2025-10-28T18:34:30.391" v="163" actId="20577"/>
          <ac:spMkLst>
            <pc:docMk/>
            <pc:sldMk cId="3864525475" sldId="258"/>
            <ac:spMk id="74" creationId="{B4C483DA-E342-6EDD-4575-340ECF8B98A2}"/>
          </ac:spMkLst>
        </pc:spChg>
        <pc:spChg chg="mod">
          <ac:chgData name="Alisa Hamilton" userId="35fb2a88-a81d-488f-8270-d2bfad5ac944" providerId="ADAL" clId="{492B0D56-76BB-54D4-98A8-64DAD8E5C502}" dt="2025-10-28T18:34:00.541" v="142" actId="1076"/>
          <ac:spMkLst>
            <pc:docMk/>
            <pc:sldMk cId="3864525475" sldId="258"/>
            <ac:spMk id="75" creationId="{2E122BE3-568B-78EF-1825-9F856892B4AC}"/>
          </ac:spMkLst>
        </pc:spChg>
        <pc:spChg chg="mod">
          <ac:chgData name="Alisa Hamilton" userId="35fb2a88-a81d-488f-8270-d2bfad5ac944" providerId="ADAL" clId="{492B0D56-76BB-54D4-98A8-64DAD8E5C502}" dt="2025-10-28T18:37:36.235" v="209" actId="14100"/>
          <ac:spMkLst>
            <pc:docMk/>
            <pc:sldMk cId="3864525475" sldId="258"/>
            <ac:spMk id="237" creationId="{611CF0DE-3E3E-FECF-2EF0-7387B1F6CF6A}"/>
          </ac:spMkLst>
        </pc:spChg>
        <pc:spChg chg="mod">
          <ac:chgData name="Alisa Hamilton" userId="35fb2a88-a81d-488f-8270-d2bfad5ac944" providerId="ADAL" clId="{492B0D56-76BB-54D4-98A8-64DAD8E5C502}" dt="2025-10-28T18:58:00.348" v="691" actId="255"/>
          <ac:spMkLst>
            <pc:docMk/>
            <pc:sldMk cId="3864525475" sldId="258"/>
            <ac:spMk id="241" creationId="{4DE54056-546A-F351-2DA1-8270E5402CC0}"/>
          </ac:spMkLst>
        </pc:spChg>
        <pc:spChg chg="mod">
          <ac:chgData name="Alisa Hamilton" userId="35fb2a88-a81d-488f-8270-d2bfad5ac944" providerId="ADAL" clId="{492B0D56-76BB-54D4-98A8-64DAD8E5C502}" dt="2025-10-28T18:30:35.467" v="96" actId="14100"/>
          <ac:spMkLst>
            <pc:docMk/>
            <pc:sldMk cId="3864525475" sldId="258"/>
            <ac:spMk id="242" creationId="{49B658BE-402E-F524-8452-C28C5737FFB2}"/>
          </ac:spMkLst>
        </pc:spChg>
        <pc:spChg chg="mod">
          <ac:chgData name="Alisa Hamilton" userId="35fb2a88-a81d-488f-8270-d2bfad5ac944" providerId="ADAL" clId="{492B0D56-76BB-54D4-98A8-64DAD8E5C502}" dt="2025-10-28T18:34:00.541" v="142" actId="1076"/>
          <ac:spMkLst>
            <pc:docMk/>
            <pc:sldMk cId="3864525475" sldId="258"/>
            <ac:spMk id="251" creationId="{6C1C2E7D-1708-086E-9177-A287EFB1C4A5}"/>
          </ac:spMkLst>
        </pc:spChg>
        <pc:grpChg chg="add del mod">
          <ac:chgData name="Alisa Hamilton" userId="35fb2a88-a81d-488f-8270-d2bfad5ac944" providerId="ADAL" clId="{492B0D56-76BB-54D4-98A8-64DAD8E5C502}" dt="2025-10-28T18:29:52.567" v="86" actId="165"/>
          <ac:grpSpMkLst>
            <pc:docMk/>
            <pc:sldMk cId="3864525475" sldId="258"/>
            <ac:grpSpMk id="16" creationId="{7D676ABA-7D84-EC99-AAE9-A28CAB171689}"/>
          </ac:grpSpMkLst>
        </pc:grpChg>
        <pc:grpChg chg="mod">
          <ac:chgData name="Alisa Hamilton" userId="35fb2a88-a81d-488f-8270-d2bfad5ac944" providerId="ADAL" clId="{492B0D56-76BB-54D4-98A8-64DAD8E5C502}" dt="2025-10-28T18:34:06.021" v="143" actId="1076"/>
          <ac:grpSpMkLst>
            <pc:docMk/>
            <pc:sldMk cId="3864525475" sldId="258"/>
            <ac:grpSpMk id="41" creationId="{F19E4A0A-6323-88EA-33DA-428F9AEBE300}"/>
          </ac:grpSpMkLst>
        </pc:grpChg>
        <pc:grpChg chg="del">
          <ac:chgData name="Alisa Hamilton" userId="35fb2a88-a81d-488f-8270-d2bfad5ac944" providerId="ADAL" clId="{492B0D56-76BB-54D4-98A8-64DAD8E5C502}" dt="2025-10-28T18:59:20.101" v="719" actId="478"/>
          <ac:grpSpMkLst>
            <pc:docMk/>
            <pc:sldMk cId="3864525475" sldId="258"/>
            <ac:grpSpMk id="215" creationId="{447EF3AE-3530-5801-AD12-845D0045F9B4}"/>
          </ac:grpSpMkLst>
        </pc:grpChg>
        <pc:grpChg chg="del">
          <ac:chgData name="Alisa Hamilton" userId="35fb2a88-a81d-488f-8270-d2bfad5ac944" providerId="ADAL" clId="{492B0D56-76BB-54D4-98A8-64DAD8E5C502}" dt="2025-10-28T18:59:20.101" v="719" actId="478"/>
          <ac:grpSpMkLst>
            <pc:docMk/>
            <pc:sldMk cId="3864525475" sldId="258"/>
            <ac:grpSpMk id="220" creationId="{4F02338F-D79F-E9B3-5737-45BC90BD4C9F}"/>
          </ac:grpSpMkLst>
        </pc:grpChg>
        <pc:grpChg chg="del">
          <ac:chgData name="Alisa Hamilton" userId="35fb2a88-a81d-488f-8270-d2bfad5ac944" providerId="ADAL" clId="{492B0D56-76BB-54D4-98A8-64DAD8E5C502}" dt="2025-10-28T18:59:20.101" v="719" actId="478"/>
          <ac:grpSpMkLst>
            <pc:docMk/>
            <pc:sldMk cId="3864525475" sldId="258"/>
            <ac:grpSpMk id="226" creationId="{F653A266-F0AD-669C-1035-8F916A5D1606}"/>
          </ac:grpSpMkLst>
        </pc:grpChg>
        <pc:graphicFrameChg chg="modGraphic">
          <ac:chgData name="Alisa Hamilton" userId="35fb2a88-a81d-488f-8270-d2bfad5ac944" providerId="ADAL" clId="{492B0D56-76BB-54D4-98A8-64DAD8E5C502}" dt="2025-10-28T18:26:20.576" v="52" actId="20577"/>
          <ac:graphicFrameMkLst>
            <pc:docMk/>
            <pc:sldMk cId="3864525475" sldId="258"/>
            <ac:graphicFrameMk id="154" creationId="{23553063-12F2-2042-D5AE-9BC46D2C08B2}"/>
          </ac:graphicFrameMkLst>
        </pc:graphicFrameChg>
        <pc:graphicFrameChg chg="modGraphic">
          <ac:chgData name="Alisa Hamilton" userId="35fb2a88-a81d-488f-8270-d2bfad5ac944" providerId="ADAL" clId="{492B0D56-76BB-54D4-98A8-64DAD8E5C502}" dt="2025-10-22T22:26:47.249" v="4" actId="14734"/>
          <ac:graphicFrameMkLst>
            <pc:docMk/>
            <pc:sldMk cId="3864525475" sldId="258"/>
            <ac:graphicFrameMk id="159" creationId="{4191E084-114E-7A21-0D91-C1AD7970E009}"/>
          </ac:graphicFrameMkLst>
        </pc:graphicFrameChg>
        <pc:picChg chg="add mod">
          <ac:chgData name="Alisa Hamilton" userId="35fb2a88-a81d-488f-8270-d2bfad5ac944" providerId="ADAL" clId="{492B0D56-76BB-54D4-98A8-64DAD8E5C502}" dt="2025-10-28T18:12:46.467" v="28"/>
          <ac:picMkLst>
            <pc:docMk/>
            <pc:sldMk cId="3864525475" sldId="258"/>
            <ac:picMk id="3" creationId="{2F4A3AAB-D1D4-135F-B203-3CED050BBCB3}"/>
          </ac:picMkLst>
        </pc:picChg>
        <pc:picChg chg="add mod">
          <ac:chgData name="Alisa Hamilton" userId="35fb2a88-a81d-488f-8270-d2bfad5ac944" providerId="ADAL" clId="{492B0D56-76BB-54D4-98A8-64DAD8E5C502}" dt="2025-10-28T18:12:56.338" v="29"/>
          <ac:picMkLst>
            <pc:docMk/>
            <pc:sldMk cId="3864525475" sldId="258"/>
            <ac:picMk id="4" creationId="{E10CDC73-B36A-F266-2A66-F554F2FDBDF3}"/>
          </ac:picMkLst>
        </pc:picChg>
        <pc:picChg chg="add mod">
          <ac:chgData name="Alisa Hamilton" userId="35fb2a88-a81d-488f-8270-d2bfad5ac944" providerId="ADAL" clId="{492B0D56-76BB-54D4-98A8-64DAD8E5C502}" dt="2025-10-28T18:13:28.133" v="40" actId="1076"/>
          <ac:picMkLst>
            <pc:docMk/>
            <pc:sldMk cId="3864525475" sldId="258"/>
            <ac:picMk id="7" creationId="{8E3B240B-4475-18A9-7BE3-9CE311553DE5}"/>
          </ac:picMkLst>
        </pc:picChg>
        <pc:picChg chg="add mod">
          <ac:chgData name="Alisa Hamilton" userId="35fb2a88-a81d-488f-8270-d2bfad5ac944" providerId="ADAL" clId="{492B0D56-76BB-54D4-98A8-64DAD8E5C502}" dt="2025-10-28T18:33:39.736" v="140" actId="14100"/>
          <ac:picMkLst>
            <pc:docMk/>
            <pc:sldMk cId="3864525475" sldId="258"/>
            <ac:picMk id="17" creationId="{05ABA0B9-B55A-63A4-08E9-4F404544008C}"/>
          </ac:picMkLst>
        </pc:picChg>
        <pc:picChg chg="add mod">
          <ac:chgData name="Alisa Hamilton" userId="35fb2a88-a81d-488f-8270-d2bfad5ac944" providerId="ADAL" clId="{492B0D56-76BB-54D4-98A8-64DAD8E5C502}" dt="2025-10-28T18:33:39.071" v="139" actId="14100"/>
          <ac:picMkLst>
            <pc:docMk/>
            <pc:sldMk cId="3864525475" sldId="258"/>
            <ac:picMk id="18" creationId="{50679EE2-4457-9C66-D79F-8E185AD5E997}"/>
          </ac:picMkLst>
        </pc:picChg>
        <pc:picChg chg="add mod">
          <ac:chgData name="Alisa Hamilton" userId="35fb2a88-a81d-488f-8270-d2bfad5ac944" providerId="ADAL" clId="{492B0D56-76BB-54D4-98A8-64DAD8E5C502}" dt="2025-10-28T18:33:41.756" v="141" actId="1076"/>
          <ac:picMkLst>
            <pc:docMk/>
            <pc:sldMk cId="3864525475" sldId="258"/>
            <ac:picMk id="19" creationId="{DE16DC51-D2F6-0DDB-0FD6-A435668CDC33}"/>
          </ac:picMkLst>
        </pc:picChg>
        <pc:picChg chg="del">
          <ac:chgData name="Alisa Hamilton" userId="35fb2a88-a81d-488f-8270-d2bfad5ac944" providerId="ADAL" clId="{492B0D56-76BB-54D4-98A8-64DAD8E5C502}" dt="2025-10-28T18:28:00.991" v="62" actId="478"/>
          <ac:picMkLst>
            <pc:docMk/>
            <pc:sldMk cId="3864525475" sldId="258"/>
            <ac:picMk id="39" creationId="{6D2ECCF7-E1F5-D1A0-FC22-C25F19803465}"/>
          </ac:picMkLst>
        </pc:picChg>
        <pc:picChg chg="del">
          <ac:chgData name="Alisa Hamilton" userId="35fb2a88-a81d-488f-8270-d2bfad5ac944" providerId="ADAL" clId="{492B0D56-76BB-54D4-98A8-64DAD8E5C502}" dt="2025-10-28T18:28:22.411" v="65" actId="478"/>
          <ac:picMkLst>
            <pc:docMk/>
            <pc:sldMk cId="3864525475" sldId="258"/>
            <ac:picMk id="61" creationId="{2F89E1D7-931B-CEC4-1FF5-280A85D578F6}"/>
          </ac:picMkLst>
        </pc:picChg>
        <pc:picChg chg="add del">
          <ac:chgData name="Alisa Hamilton" userId="35fb2a88-a81d-488f-8270-d2bfad5ac944" providerId="ADAL" clId="{492B0D56-76BB-54D4-98A8-64DAD8E5C502}" dt="2025-10-28T18:28:27.834" v="68" actId="478"/>
          <ac:picMkLst>
            <pc:docMk/>
            <pc:sldMk cId="3864525475" sldId="258"/>
            <ac:picMk id="63" creationId="{258FA57B-256C-4141-1E93-D5FF7601BB26}"/>
          </ac:picMkLst>
        </pc:picChg>
        <pc:picChg chg="del">
          <ac:chgData name="Alisa Hamilton" userId="35fb2a88-a81d-488f-8270-d2bfad5ac944" providerId="ADAL" clId="{492B0D56-76BB-54D4-98A8-64DAD8E5C502}" dt="2025-10-28T18:28:28.507" v="69" actId="478"/>
          <ac:picMkLst>
            <pc:docMk/>
            <pc:sldMk cId="3864525475" sldId="258"/>
            <ac:picMk id="65" creationId="{40505461-525C-C021-B9AF-EED7A7EC5D32}"/>
          </ac:picMkLst>
        </pc:picChg>
        <pc:picChg chg="del">
          <ac:chgData name="Alisa Hamilton" userId="35fb2a88-a81d-488f-8270-d2bfad5ac944" providerId="ADAL" clId="{492B0D56-76BB-54D4-98A8-64DAD8E5C502}" dt="2025-10-28T18:12:46.115" v="27" actId="478"/>
          <ac:picMkLst>
            <pc:docMk/>
            <pc:sldMk cId="3864525475" sldId="258"/>
            <ac:picMk id="113" creationId="{E3FB102C-8CAF-2F45-06FC-3EE9372A048C}"/>
          </ac:picMkLst>
        </pc:picChg>
        <pc:picChg chg="mod">
          <ac:chgData name="Alisa Hamilton" userId="35fb2a88-a81d-488f-8270-d2bfad5ac944" providerId="ADAL" clId="{492B0D56-76BB-54D4-98A8-64DAD8E5C502}" dt="2025-10-28T18:34:06.021" v="143" actId="1076"/>
          <ac:picMkLst>
            <pc:docMk/>
            <pc:sldMk cId="3864525475" sldId="258"/>
            <ac:picMk id="249" creationId="{A374A4C6-DC16-AAF9-22D0-F1898CA3278C}"/>
          </ac:picMkLst>
        </pc:picChg>
        <pc:cxnChg chg="add mod">
          <ac:chgData name="Alisa Hamilton" userId="35fb2a88-a81d-488f-8270-d2bfad5ac944" providerId="ADAL" clId="{492B0D56-76BB-54D4-98A8-64DAD8E5C502}" dt="2025-10-28T18:32:34.869" v="118" actId="692"/>
          <ac:cxnSpMkLst>
            <pc:docMk/>
            <pc:sldMk cId="3864525475" sldId="258"/>
            <ac:cxnSpMk id="24" creationId="{4DD57A70-68FB-C179-06E4-CF8427263D9F}"/>
          </ac:cxnSpMkLst>
        </pc:cxnChg>
        <pc:cxnChg chg="add mod">
          <ac:chgData name="Alisa Hamilton" userId="35fb2a88-a81d-488f-8270-d2bfad5ac944" providerId="ADAL" clId="{492B0D56-76BB-54D4-98A8-64DAD8E5C502}" dt="2025-10-28T18:35:31.911" v="173" actId="1076"/>
          <ac:cxnSpMkLst>
            <pc:docMk/>
            <pc:sldMk cId="3864525475" sldId="258"/>
            <ac:cxnSpMk id="27" creationId="{60AEB830-8B28-0E73-C39F-F61A57D6FB31}"/>
          </ac:cxnSpMkLst>
        </pc:cxnChg>
        <pc:cxnChg chg="add mod">
          <ac:chgData name="Alisa Hamilton" userId="35fb2a88-a81d-488f-8270-d2bfad5ac944" providerId="ADAL" clId="{492B0D56-76BB-54D4-98A8-64DAD8E5C502}" dt="2025-10-28T18:35:37.002" v="175" actId="14100"/>
          <ac:cxnSpMkLst>
            <pc:docMk/>
            <pc:sldMk cId="3864525475" sldId="258"/>
            <ac:cxnSpMk id="33" creationId="{BF436D97-634A-109A-3A6F-86CEA39E457B}"/>
          </ac:cxnSpMkLst>
        </pc:cxnChg>
        <pc:cxnChg chg="add mod">
          <ac:chgData name="Alisa Hamilton" userId="35fb2a88-a81d-488f-8270-d2bfad5ac944" providerId="ADAL" clId="{492B0D56-76BB-54D4-98A8-64DAD8E5C502}" dt="2025-10-28T18:35:23.545" v="172" actId="14100"/>
          <ac:cxnSpMkLst>
            <pc:docMk/>
            <pc:sldMk cId="3864525475" sldId="258"/>
            <ac:cxnSpMk id="42" creationId="{620BD4DF-8F80-10C1-BACF-52C8900DA15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992389-FB02-6C4A-947E-20AE2CA8E218}" type="datetimeFigureOut">
              <a:rPr lang="en-US" smtClean="0"/>
              <a:pPr/>
              <a:t>10/22/25</a:t>
            </a:fld>
            <a:endParaRPr lang="en-US" dirty="0"/>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0E5CE1-65A2-894E-8F87-C16F8776B479}" type="slidenum">
              <a:rPr lang="en-US" smtClean="0"/>
              <a:pPr/>
              <a:t>‹#›</a:t>
            </a:fld>
            <a:endParaRPr lang="en-US" dirty="0"/>
          </a:p>
        </p:txBody>
      </p:sp>
    </p:spTree>
    <p:extLst>
      <p:ext uri="{BB962C8B-B14F-4D97-AF65-F5344CB8AC3E}">
        <p14:creationId xmlns:p14="http://schemas.microsoft.com/office/powerpoint/2010/main" val="2364331527"/>
      </p:ext>
    </p:extLst>
  </p:cSld>
  <p:clrMap bg1="lt1" tx1="dk1" bg2="lt2" tx2="dk2" accent1="accent1" accent2="accent2" accent3="accent3" accent4="accent4" accent5="accent5" accent6="accent6" hlink="hlink" folHlink="folHlink"/>
  <p:notesStyle>
    <a:lvl1pPr marL="0" algn="l" defTabSz="2088170" rtl="0" eaLnBrk="1" latinLnBrk="0" hangingPunct="1">
      <a:defRPr sz="5500" kern="1200">
        <a:solidFill>
          <a:schemeClr val="tx1"/>
        </a:solidFill>
        <a:latin typeface="+mn-lt"/>
        <a:ea typeface="+mn-ea"/>
        <a:cs typeface="+mn-cs"/>
      </a:defRPr>
    </a:lvl1pPr>
    <a:lvl2pPr marL="2088170" algn="l" defTabSz="2088170" rtl="0" eaLnBrk="1" latinLnBrk="0" hangingPunct="1">
      <a:defRPr sz="5500" kern="1200">
        <a:solidFill>
          <a:schemeClr val="tx1"/>
        </a:solidFill>
        <a:latin typeface="+mn-lt"/>
        <a:ea typeface="+mn-ea"/>
        <a:cs typeface="+mn-cs"/>
      </a:defRPr>
    </a:lvl2pPr>
    <a:lvl3pPr marL="4176339" algn="l" defTabSz="2088170" rtl="0" eaLnBrk="1" latinLnBrk="0" hangingPunct="1">
      <a:defRPr sz="5500" kern="1200">
        <a:solidFill>
          <a:schemeClr val="tx1"/>
        </a:solidFill>
        <a:latin typeface="+mn-lt"/>
        <a:ea typeface="+mn-ea"/>
        <a:cs typeface="+mn-cs"/>
      </a:defRPr>
    </a:lvl3pPr>
    <a:lvl4pPr marL="6264509" algn="l" defTabSz="2088170" rtl="0" eaLnBrk="1" latinLnBrk="0" hangingPunct="1">
      <a:defRPr sz="5500" kern="1200">
        <a:solidFill>
          <a:schemeClr val="tx1"/>
        </a:solidFill>
        <a:latin typeface="+mn-lt"/>
        <a:ea typeface="+mn-ea"/>
        <a:cs typeface="+mn-cs"/>
      </a:defRPr>
    </a:lvl4pPr>
    <a:lvl5pPr marL="8352678" algn="l" defTabSz="2088170" rtl="0" eaLnBrk="1" latinLnBrk="0" hangingPunct="1">
      <a:defRPr sz="5500" kern="1200">
        <a:solidFill>
          <a:schemeClr val="tx1"/>
        </a:solidFill>
        <a:latin typeface="+mn-lt"/>
        <a:ea typeface="+mn-ea"/>
        <a:cs typeface="+mn-cs"/>
      </a:defRPr>
    </a:lvl5pPr>
    <a:lvl6pPr marL="10440848" algn="l" defTabSz="2088170" rtl="0" eaLnBrk="1" latinLnBrk="0" hangingPunct="1">
      <a:defRPr sz="5500" kern="1200">
        <a:solidFill>
          <a:schemeClr val="tx1"/>
        </a:solidFill>
        <a:latin typeface="+mn-lt"/>
        <a:ea typeface="+mn-ea"/>
        <a:cs typeface="+mn-cs"/>
      </a:defRPr>
    </a:lvl6pPr>
    <a:lvl7pPr marL="12529017" algn="l" defTabSz="2088170" rtl="0" eaLnBrk="1" latinLnBrk="0" hangingPunct="1">
      <a:defRPr sz="5500" kern="1200">
        <a:solidFill>
          <a:schemeClr val="tx1"/>
        </a:solidFill>
        <a:latin typeface="+mn-lt"/>
        <a:ea typeface="+mn-ea"/>
        <a:cs typeface="+mn-cs"/>
      </a:defRPr>
    </a:lvl7pPr>
    <a:lvl8pPr marL="14617187" algn="l" defTabSz="2088170" rtl="0" eaLnBrk="1" latinLnBrk="0" hangingPunct="1">
      <a:defRPr sz="5500" kern="1200">
        <a:solidFill>
          <a:schemeClr val="tx1"/>
        </a:solidFill>
        <a:latin typeface="+mn-lt"/>
        <a:ea typeface="+mn-ea"/>
        <a:cs typeface="+mn-cs"/>
      </a:defRPr>
    </a:lvl8pPr>
    <a:lvl9pPr marL="16705356" algn="l" defTabSz="2088170" rtl="0" eaLnBrk="1" latinLnBrk="0" hangingPunct="1">
      <a:defRPr sz="5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16150" y="685800"/>
            <a:ext cx="2425700" cy="3429000"/>
          </a:xfrm>
        </p:spPr>
        <p:txBody>
          <a:bodyPr/>
          <a:lstStyle/>
          <a:p>
            <a:endParaRPr lang="en-US"/>
          </a:p>
        </p:txBody>
      </p:sp>
      <p:sp>
        <p:nvSpPr>
          <p:cNvPr id="3" name="Notes Placeholder 2"/>
          <p:cNvSpPr>
            <a:spLocks noGrp="1"/>
          </p:cNvSpPr>
          <p:nvPr>
            <p:ph type="body" idx="1"/>
            <p:custDataLst>
              <p:tags r:id="rId1"/>
            </p:custDataLst>
          </p:nvPr>
        </p:nvSpPr>
        <p:spPr/>
        <p:txBody>
          <a:bodyPr/>
          <a:lstStyle/>
          <a:p>
            <a:endParaRPr lang="en-US" dirty="0"/>
          </a:p>
        </p:txBody>
      </p:sp>
      <p:sp>
        <p:nvSpPr>
          <p:cNvPr id="4" name="Slide Number Placeholder 3"/>
          <p:cNvSpPr>
            <a:spLocks noGrp="1"/>
          </p:cNvSpPr>
          <p:nvPr>
            <p:ph type="sldNum" sz="quarter" idx="10"/>
          </p:nvPr>
        </p:nvSpPr>
        <p:spPr/>
        <p:txBody>
          <a:bodyPr/>
          <a:lstStyle/>
          <a:p>
            <a:fld id="{9D0E5CE1-65A2-894E-8F87-C16F8776B479}" type="slidenum">
              <a:rPr lang="en-US" smtClean="0"/>
              <a:pPr/>
              <a:t>1</a:t>
            </a:fld>
            <a:endParaRPr lang="en-US" dirty="0"/>
          </a:p>
        </p:txBody>
      </p:sp>
    </p:spTree>
    <p:extLst>
      <p:ext uri="{BB962C8B-B14F-4D97-AF65-F5344CB8AC3E}">
        <p14:creationId xmlns:p14="http://schemas.microsoft.com/office/powerpoint/2010/main" val="594486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125" y="13300075"/>
            <a:ext cx="25734963" cy="9175750"/>
          </a:xfrm>
        </p:spPr>
        <p:txBody>
          <a:bodyPr/>
          <a:lstStyle/>
          <a:p>
            <a:r>
              <a:rPr lang="en-US"/>
              <a:t>Click to edit Master title style</a:t>
            </a:r>
            <a:endParaRPr lang="en-AU"/>
          </a:p>
        </p:txBody>
      </p:sp>
      <p:sp>
        <p:nvSpPr>
          <p:cNvPr id="3" name="Subtitle 2"/>
          <p:cNvSpPr>
            <a:spLocks noGrp="1"/>
          </p:cNvSpPr>
          <p:nvPr>
            <p:ph type="subTitle" idx="1"/>
          </p:nvPr>
        </p:nvSpPr>
        <p:spPr>
          <a:xfrm>
            <a:off x="4541838" y="24260175"/>
            <a:ext cx="21191537" cy="109410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0775" y="27509788"/>
            <a:ext cx="25734963" cy="8504237"/>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2390775" y="18145125"/>
            <a:ext cx="25734963" cy="93646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1514475" y="9990138"/>
            <a:ext cx="13546138"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15213013" y="9990138"/>
            <a:ext cx="13547725"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1514475" y="9583738"/>
            <a:ext cx="13376275"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4475" y="13576300"/>
            <a:ext cx="13376275"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15379700" y="9583738"/>
            <a:ext cx="13381038"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700" y="13576300"/>
            <a:ext cx="13381038"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475" y="1704975"/>
            <a:ext cx="9959975" cy="7253288"/>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11836400" y="1704975"/>
            <a:ext cx="16924338" cy="365379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1514475" y="8958263"/>
            <a:ext cx="9959975" cy="292846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075" y="29968825"/>
            <a:ext cx="18165763" cy="3536950"/>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5934075" y="3825875"/>
            <a:ext cx="18165763" cy="25685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5934075" y="33505775"/>
            <a:ext cx="18165763"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50363" y="1714500"/>
            <a:ext cx="6810375" cy="3652837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1514475" y="1714500"/>
            <a:ext cx="20283488" cy="36528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039483D4-2F32-41B7-8A90-D0E8F81D7F79}" type="slidenum">
              <a:rPr lang="en-AU" smtClean="0"/>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41282" y="24259963"/>
            <a:ext cx="21192649" cy="10940768"/>
          </a:xfrm>
          <a:prstGeom prst="rect">
            <a:avLst/>
          </a:prstGeom>
        </p:spPr>
        <p:txBody>
          <a:bodyPr/>
          <a:lstStyle>
            <a:lvl1pPr marL="0" indent="0" algn="ctr">
              <a:buNone/>
              <a:defRPr>
                <a:solidFill>
                  <a:schemeClr val="tx1">
                    <a:tint val="75000"/>
                  </a:schemeClr>
                </a:solidFill>
              </a:defRPr>
            </a:lvl1pPr>
            <a:lvl2pPr marL="2088170" indent="0" algn="ctr">
              <a:buNone/>
              <a:defRPr>
                <a:solidFill>
                  <a:schemeClr val="tx1">
                    <a:tint val="75000"/>
                  </a:schemeClr>
                </a:solidFill>
              </a:defRPr>
            </a:lvl2pPr>
            <a:lvl3pPr marL="4176339" indent="0" algn="ctr">
              <a:buNone/>
              <a:defRPr>
                <a:solidFill>
                  <a:schemeClr val="tx1">
                    <a:tint val="75000"/>
                  </a:schemeClr>
                </a:solidFill>
              </a:defRPr>
            </a:lvl3pPr>
            <a:lvl4pPr marL="6264509" indent="0" algn="ctr">
              <a:buNone/>
              <a:defRPr>
                <a:solidFill>
                  <a:schemeClr val="tx1">
                    <a:tint val="75000"/>
                  </a:schemeClr>
                </a:solidFill>
              </a:defRPr>
            </a:lvl4pPr>
            <a:lvl5pPr marL="8352678" indent="0" algn="ctr">
              <a:buNone/>
              <a:defRPr>
                <a:solidFill>
                  <a:schemeClr val="tx1">
                    <a:tint val="75000"/>
                  </a:schemeClr>
                </a:solidFill>
              </a:defRPr>
            </a:lvl5pPr>
            <a:lvl6pPr marL="10440848" indent="0" algn="ctr">
              <a:buNone/>
              <a:defRPr>
                <a:solidFill>
                  <a:schemeClr val="tx1">
                    <a:tint val="75000"/>
                  </a:schemeClr>
                </a:solidFill>
              </a:defRPr>
            </a:lvl6pPr>
            <a:lvl7pPr marL="12529017" indent="0" algn="ctr">
              <a:buNone/>
              <a:defRPr>
                <a:solidFill>
                  <a:schemeClr val="tx1">
                    <a:tint val="75000"/>
                  </a:schemeClr>
                </a:solidFill>
              </a:defRPr>
            </a:lvl7pPr>
            <a:lvl8pPr marL="14617187" indent="0" algn="ctr">
              <a:buNone/>
              <a:defRPr>
                <a:solidFill>
                  <a:schemeClr val="tx1">
                    <a:tint val="75000"/>
                  </a:schemeClr>
                </a:solidFill>
              </a:defRPr>
            </a:lvl8pPr>
            <a:lvl9pPr marL="16705356" indent="0" algn="ctr">
              <a:buNone/>
              <a:defRPr>
                <a:solidFill>
                  <a:schemeClr val="tx1">
                    <a:tint val="75000"/>
                  </a:schemeClr>
                </a:solidFill>
              </a:defRPr>
            </a:lvl9pPr>
          </a:lstStyle>
          <a:p>
            <a:r>
              <a:rPr lang="en-AU"/>
              <a:t>Click to edit Master subtitle style</a:t>
            </a:r>
            <a:endParaRPr lang="en-US"/>
          </a:p>
        </p:txBody>
      </p:sp>
      <p:sp>
        <p:nvSpPr>
          <p:cNvPr id="7" name="Title 6"/>
          <p:cNvSpPr>
            <a:spLocks noGrp="1"/>
          </p:cNvSpPr>
          <p:nvPr>
            <p:ph type="title"/>
          </p:nvPr>
        </p:nvSpPr>
        <p:spPr>
          <a:xfrm>
            <a:off x="1514475" y="1714500"/>
            <a:ext cx="27246263" cy="7135813"/>
          </a:xfrm>
          <a:prstGeom prst="rect">
            <a:avLst/>
          </a:prstGeom>
        </p:spPr>
        <p:txBody>
          <a:bodyPr/>
          <a:lstStyle/>
          <a:p>
            <a:r>
              <a:rPr lang="en-US"/>
              <a:t>Click to edit Master title style</a:t>
            </a:r>
            <a:endParaRPr lang="en-AU"/>
          </a:p>
        </p:txBody>
      </p:sp>
    </p:spTree>
    <p:extLst>
      <p:ext uri="{BB962C8B-B14F-4D97-AF65-F5344CB8AC3E}">
        <p14:creationId xmlns:p14="http://schemas.microsoft.com/office/powerpoint/2010/main" val="2673425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125" y="13300075"/>
            <a:ext cx="25734963" cy="9175750"/>
          </a:xfrm>
        </p:spPr>
        <p:txBody>
          <a:bodyPr/>
          <a:lstStyle/>
          <a:p>
            <a:r>
              <a:rPr lang="en-US"/>
              <a:t>Click to edit Master title style</a:t>
            </a:r>
            <a:endParaRPr lang="en-AU"/>
          </a:p>
        </p:txBody>
      </p:sp>
      <p:sp>
        <p:nvSpPr>
          <p:cNvPr id="3" name="Subtitle 2"/>
          <p:cNvSpPr>
            <a:spLocks noGrp="1"/>
          </p:cNvSpPr>
          <p:nvPr>
            <p:ph type="subTitle" idx="1"/>
          </p:nvPr>
        </p:nvSpPr>
        <p:spPr>
          <a:xfrm>
            <a:off x="4541838" y="24260175"/>
            <a:ext cx="21191537" cy="109410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0775" y="27509788"/>
            <a:ext cx="25734963" cy="8504237"/>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2390775" y="18145125"/>
            <a:ext cx="25734963" cy="93646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1514475" y="9990138"/>
            <a:ext cx="13546138"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15213013" y="9990138"/>
            <a:ext cx="13547725"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1514475" y="9583738"/>
            <a:ext cx="13376275"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4475" y="13576300"/>
            <a:ext cx="13376275"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15379700" y="9583738"/>
            <a:ext cx="13381038"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700" y="13576300"/>
            <a:ext cx="13381038"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475" y="1704975"/>
            <a:ext cx="9959975" cy="7253288"/>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11836400" y="1704975"/>
            <a:ext cx="16924338" cy="365379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1514475" y="8958263"/>
            <a:ext cx="9959975" cy="292846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075" y="29968825"/>
            <a:ext cx="18165763" cy="3536950"/>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5934075" y="3825875"/>
            <a:ext cx="18165763" cy="25685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5934075" y="33505775"/>
            <a:ext cx="18165763"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50363" y="1714500"/>
            <a:ext cx="6810375" cy="3652837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1514475" y="1714500"/>
            <a:ext cx="20283488" cy="36528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381A9CB-ED5C-4579-B3C2-C84641D92BA3}" type="slidenum">
              <a:rPr lang="en-AU" smtClean="0"/>
              <a:pPr/>
              <a:t>‹#›</a:t>
            </a:fld>
            <a:endParaRPr lang="en-AU"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125" y="13300075"/>
            <a:ext cx="25734963" cy="9175750"/>
          </a:xfrm>
        </p:spPr>
        <p:txBody>
          <a:bodyPr/>
          <a:lstStyle/>
          <a:p>
            <a:r>
              <a:rPr lang="en-US"/>
              <a:t>Click to edit Master title style</a:t>
            </a:r>
            <a:endParaRPr lang="en-AU"/>
          </a:p>
        </p:txBody>
      </p:sp>
      <p:sp>
        <p:nvSpPr>
          <p:cNvPr id="3" name="Subtitle 2"/>
          <p:cNvSpPr>
            <a:spLocks noGrp="1"/>
          </p:cNvSpPr>
          <p:nvPr>
            <p:ph type="subTitle" idx="1"/>
          </p:nvPr>
        </p:nvSpPr>
        <p:spPr>
          <a:xfrm>
            <a:off x="4541838" y="24260175"/>
            <a:ext cx="21191537" cy="109410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0775" y="27509788"/>
            <a:ext cx="25734963" cy="8504237"/>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2390775" y="18145125"/>
            <a:ext cx="25734963" cy="93646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1514475" y="9990138"/>
            <a:ext cx="13546138"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15213013" y="9990138"/>
            <a:ext cx="13547725" cy="282527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1514475" y="9583738"/>
            <a:ext cx="13376275"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14475" y="13576300"/>
            <a:ext cx="13376275"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15379700" y="9583738"/>
            <a:ext cx="13381038" cy="39925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5379700" y="13576300"/>
            <a:ext cx="13381038" cy="2466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475" y="1704975"/>
            <a:ext cx="9959975" cy="7253288"/>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11836400" y="1704975"/>
            <a:ext cx="16924338" cy="365379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1514475" y="8958263"/>
            <a:ext cx="9959975" cy="292846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4075" y="29968825"/>
            <a:ext cx="18165763" cy="3536950"/>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5934075" y="3825875"/>
            <a:ext cx="18165763" cy="256857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5934075" y="33505775"/>
            <a:ext cx="18165763" cy="5024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50363" y="1714500"/>
            <a:ext cx="6810375" cy="3652837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1514475" y="1714500"/>
            <a:ext cx="20283488" cy="36528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722BE7-51AC-4551-A028-822C533957BD}"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4475" y="1714500"/>
            <a:ext cx="27246263" cy="713581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1514475" y="9990138"/>
            <a:ext cx="27246263" cy="282527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1514475" y="39679563"/>
            <a:ext cx="7062788" cy="2279650"/>
          </a:xfrm>
          <a:prstGeom prst="rect">
            <a:avLst/>
          </a:prstGeom>
        </p:spPr>
        <p:txBody>
          <a:bodyPr vert="horz" lIns="91440" tIns="45720" rIns="91440" bIns="45720" rtlCol="0" anchor="ctr"/>
          <a:lstStyle>
            <a:lvl1pPr algn="l">
              <a:defRPr sz="1200">
                <a:solidFill>
                  <a:schemeClr val="tx1">
                    <a:tint val="75000"/>
                  </a:schemeClr>
                </a:solidFill>
              </a:defRPr>
            </a:lvl1pPr>
          </a:lstStyle>
          <a:p>
            <a:fld id="{444A8215-E8B9-405B-91CC-893BF70F5D1D}" type="datetimeFigureOut">
              <a:rPr lang="en-AU" smtClean="0"/>
              <a:pPr/>
              <a:t>22/10/2025</a:t>
            </a:fld>
            <a:endParaRPr lang="en-AU" dirty="0"/>
          </a:p>
        </p:txBody>
      </p:sp>
      <p:sp>
        <p:nvSpPr>
          <p:cNvPr id="5" name="Footer Placeholder 4"/>
          <p:cNvSpPr>
            <a:spLocks noGrp="1"/>
          </p:cNvSpPr>
          <p:nvPr>
            <p:ph type="ftr" sz="quarter" idx="3"/>
          </p:nvPr>
        </p:nvSpPr>
        <p:spPr>
          <a:xfrm>
            <a:off x="10344150" y="39679563"/>
            <a:ext cx="9586913" cy="22796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21697950" y="39679563"/>
            <a:ext cx="7062788" cy="2279650"/>
          </a:xfrm>
          <a:prstGeom prst="rect">
            <a:avLst/>
          </a:prstGeom>
        </p:spPr>
        <p:txBody>
          <a:bodyPr vert="horz" lIns="91440" tIns="45720" rIns="91440" bIns="45720" rtlCol="0" anchor="ctr"/>
          <a:lstStyle>
            <a:lvl1pPr algn="r">
              <a:defRPr sz="1200">
                <a:solidFill>
                  <a:schemeClr val="tx1">
                    <a:tint val="75000"/>
                  </a:schemeClr>
                </a:solidFill>
              </a:defRPr>
            </a:lvl1pPr>
          </a:lstStyle>
          <a:p>
            <a:fld id="{039483D4-2F32-41B7-8A90-D0E8F81D7F79}"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4475" y="1714500"/>
            <a:ext cx="27246263" cy="713581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1514475" y="9990138"/>
            <a:ext cx="27246263" cy="282527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1514475" y="39679563"/>
            <a:ext cx="7062788" cy="2279650"/>
          </a:xfrm>
          <a:prstGeom prst="rect">
            <a:avLst/>
          </a:prstGeom>
        </p:spPr>
        <p:txBody>
          <a:bodyPr vert="horz" lIns="91440" tIns="45720" rIns="91440" bIns="45720" rtlCol="0" anchor="ctr"/>
          <a:lstStyle>
            <a:lvl1pPr algn="l">
              <a:defRPr sz="1200">
                <a:solidFill>
                  <a:schemeClr val="tx1">
                    <a:tint val="75000"/>
                  </a:schemeClr>
                </a:solidFill>
              </a:defRPr>
            </a:lvl1pPr>
          </a:lstStyle>
          <a:p>
            <a:fld id="{ACD5F50D-CA1B-4AE8-85A0-B23159DAF3E3}" type="datetimeFigureOut">
              <a:rPr lang="en-AU" smtClean="0"/>
              <a:pPr/>
              <a:t>22/10/2025</a:t>
            </a:fld>
            <a:endParaRPr lang="en-AU" dirty="0"/>
          </a:p>
        </p:txBody>
      </p:sp>
      <p:sp>
        <p:nvSpPr>
          <p:cNvPr id="5" name="Footer Placeholder 4"/>
          <p:cNvSpPr>
            <a:spLocks noGrp="1"/>
          </p:cNvSpPr>
          <p:nvPr>
            <p:ph type="ftr" sz="quarter" idx="3"/>
          </p:nvPr>
        </p:nvSpPr>
        <p:spPr>
          <a:xfrm>
            <a:off x="10344150" y="39679563"/>
            <a:ext cx="9586913" cy="22796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21697950" y="39679563"/>
            <a:ext cx="7062788" cy="2279650"/>
          </a:xfrm>
          <a:prstGeom prst="rect">
            <a:avLst/>
          </a:prstGeom>
        </p:spPr>
        <p:txBody>
          <a:bodyPr vert="horz" lIns="91440" tIns="45720" rIns="91440" bIns="45720" rtlCol="0" anchor="ctr"/>
          <a:lstStyle>
            <a:lvl1pPr algn="r">
              <a:defRPr sz="1200">
                <a:solidFill>
                  <a:schemeClr val="tx1">
                    <a:tint val="75000"/>
                  </a:schemeClr>
                </a:solidFill>
              </a:defRPr>
            </a:lvl1pPr>
          </a:lstStyle>
          <a:p>
            <a:fld id="{F381A9CB-ED5C-4579-B3C2-C84641D92BA3}"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4475" y="1714500"/>
            <a:ext cx="27246263" cy="713581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1514475" y="9990138"/>
            <a:ext cx="27246263" cy="282527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1514475" y="39679563"/>
            <a:ext cx="7062788" cy="2279650"/>
          </a:xfrm>
          <a:prstGeom prst="rect">
            <a:avLst/>
          </a:prstGeom>
        </p:spPr>
        <p:txBody>
          <a:bodyPr vert="horz" lIns="91440" tIns="45720" rIns="91440" bIns="45720" rtlCol="0" anchor="ctr"/>
          <a:lstStyle>
            <a:lvl1pPr algn="l">
              <a:defRPr sz="1200">
                <a:solidFill>
                  <a:schemeClr val="tx1">
                    <a:tint val="75000"/>
                  </a:schemeClr>
                </a:solidFill>
              </a:defRPr>
            </a:lvl1pPr>
          </a:lstStyle>
          <a:p>
            <a:fld id="{AB0559A7-9A97-44F2-90C7-49938F5CA556}" type="datetimeFigureOut">
              <a:rPr lang="en-AU" smtClean="0"/>
              <a:pPr/>
              <a:t>22/10/2025</a:t>
            </a:fld>
            <a:endParaRPr lang="en-AU" dirty="0"/>
          </a:p>
        </p:txBody>
      </p:sp>
      <p:sp>
        <p:nvSpPr>
          <p:cNvPr id="5" name="Footer Placeholder 4"/>
          <p:cNvSpPr>
            <a:spLocks noGrp="1"/>
          </p:cNvSpPr>
          <p:nvPr>
            <p:ph type="ftr" sz="quarter" idx="3"/>
          </p:nvPr>
        </p:nvSpPr>
        <p:spPr>
          <a:xfrm>
            <a:off x="10344150" y="39679563"/>
            <a:ext cx="9586913" cy="22796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21697950" y="39679563"/>
            <a:ext cx="7062788" cy="2279650"/>
          </a:xfrm>
          <a:prstGeom prst="rect">
            <a:avLst/>
          </a:prstGeom>
        </p:spPr>
        <p:txBody>
          <a:bodyPr vert="horz" lIns="91440" tIns="45720" rIns="91440" bIns="45720" rtlCol="0" anchor="ctr"/>
          <a:lstStyle>
            <a:lvl1pPr algn="r">
              <a:defRPr sz="1200">
                <a:solidFill>
                  <a:schemeClr val="tx1">
                    <a:tint val="75000"/>
                  </a:schemeClr>
                </a:solidFill>
              </a:defRPr>
            </a:lvl1pPr>
          </a:lstStyle>
          <a:p>
            <a:fld id="{B2722BE7-51AC-4551-A028-822C533957BD}"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github.com/ACCIDDA/GeoPops"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starsim.org/" TargetMode="External"/><Relationship Id="rId10" Type="http://schemas.openxmlformats.org/officeDocument/2006/relationships/image" Target="../media/image8.png"/><Relationship Id="rId4" Type="http://schemas.openxmlformats.org/officeDocument/2006/relationships/image" Target="../media/image2.jpeg"/><Relationship Id="rId9" Type="http://schemas.openxmlformats.org/officeDocument/2006/relationships/image" Target="../media/image7.png"/><Relationship Id="rId14" Type="http://schemas.openxmlformats.org/officeDocument/2006/relationships/hyperlink" Target="https://doi.org/10.48550/arXiv.2406.1469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riangle 34">
            <a:extLst>
              <a:ext uri="{FF2B5EF4-FFF2-40B4-BE49-F238E27FC236}">
                <a16:creationId xmlns:a16="http://schemas.microsoft.com/office/drawing/2014/main" id="{1EFCDB80-293B-FDDC-4DA4-DC842677C823}"/>
              </a:ext>
            </a:extLst>
          </p:cNvPr>
          <p:cNvSpPr/>
          <p:nvPr/>
        </p:nvSpPr>
        <p:spPr>
          <a:xfrm rot="10800000">
            <a:off x="5281239" y="16639197"/>
            <a:ext cx="6199567" cy="726345"/>
          </a:xfrm>
          <a:prstGeom prst="triangle">
            <a:avLst>
              <a:gd name="adj" fmla="val 49253"/>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2" name="Rectangle 241">
            <a:extLst>
              <a:ext uri="{FF2B5EF4-FFF2-40B4-BE49-F238E27FC236}">
                <a16:creationId xmlns:a16="http://schemas.microsoft.com/office/drawing/2014/main" id="{49B658BE-402E-F524-8452-C28C5737FFB2}"/>
              </a:ext>
            </a:extLst>
          </p:cNvPr>
          <p:cNvSpPr/>
          <p:nvPr/>
        </p:nvSpPr>
        <p:spPr>
          <a:xfrm>
            <a:off x="1013414" y="31169818"/>
            <a:ext cx="28248375" cy="867590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4000" dirty="0">
              <a:solidFill>
                <a:schemeClr val="tx1"/>
              </a:solidFill>
            </a:endParaRPr>
          </a:p>
        </p:txBody>
      </p:sp>
      <p:sp>
        <p:nvSpPr>
          <p:cNvPr id="146" name="Rectangle 145">
            <a:extLst>
              <a:ext uri="{FF2B5EF4-FFF2-40B4-BE49-F238E27FC236}">
                <a16:creationId xmlns:a16="http://schemas.microsoft.com/office/drawing/2014/main" id="{CD66F5EC-956A-8886-99D1-AB2796E47F71}"/>
              </a:ext>
            </a:extLst>
          </p:cNvPr>
          <p:cNvSpPr/>
          <p:nvPr/>
        </p:nvSpPr>
        <p:spPr>
          <a:xfrm>
            <a:off x="1013418" y="10383668"/>
            <a:ext cx="15261542" cy="630376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Step 1: Generate individuals within households</a:t>
            </a:r>
          </a:p>
        </p:txBody>
      </p:sp>
      <p:graphicFrame>
        <p:nvGraphicFramePr>
          <p:cNvPr id="154" name="Table 153">
            <a:extLst>
              <a:ext uri="{FF2B5EF4-FFF2-40B4-BE49-F238E27FC236}">
                <a16:creationId xmlns:a16="http://schemas.microsoft.com/office/drawing/2014/main" id="{23553063-12F2-2042-D5AE-9BC46D2C08B2}"/>
              </a:ext>
            </a:extLst>
          </p:cNvPr>
          <p:cNvGraphicFramePr>
            <a:graphicFrameLocks noGrp="1"/>
          </p:cNvGraphicFramePr>
          <p:nvPr>
            <p:extLst>
              <p:ext uri="{D42A27DB-BD31-4B8C-83A1-F6EECF244321}">
                <p14:modId xmlns:p14="http://schemas.microsoft.com/office/powerpoint/2010/main" val="3394586371"/>
              </p:ext>
            </p:extLst>
          </p:nvPr>
        </p:nvGraphicFramePr>
        <p:xfrm>
          <a:off x="1426137" y="11152997"/>
          <a:ext cx="14415954" cy="5221865"/>
        </p:xfrm>
        <a:graphic>
          <a:graphicData uri="http://schemas.openxmlformats.org/drawingml/2006/table">
            <a:tbl>
              <a:tblPr firstRow="1" bandRow="1">
                <a:tableStyleId>{5940675A-B579-460E-94D1-54222C63F5DA}</a:tableStyleId>
              </a:tblPr>
              <a:tblGrid>
                <a:gridCol w="3745401">
                  <a:extLst>
                    <a:ext uri="{9D8B030D-6E8A-4147-A177-3AD203B41FA5}">
                      <a16:colId xmlns:a16="http://schemas.microsoft.com/office/drawing/2014/main" val="3645212424"/>
                    </a:ext>
                  </a:extLst>
                </a:gridCol>
                <a:gridCol w="10670553">
                  <a:extLst>
                    <a:ext uri="{9D8B030D-6E8A-4147-A177-3AD203B41FA5}">
                      <a16:colId xmlns:a16="http://schemas.microsoft.com/office/drawing/2014/main" val="2697534111"/>
                    </a:ext>
                  </a:extLst>
                </a:gridCol>
              </a:tblGrid>
              <a:tr h="513555">
                <a:tc>
                  <a:txBody>
                    <a:bodyPr/>
                    <a:lstStyle/>
                    <a:p>
                      <a:pPr algn="ctr"/>
                      <a:r>
                        <a:rPr lang="en-US" sz="2400" b="1" dirty="0">
                          <a:latin typeface="+mn-lt"/>
                        </a:rPr>
                        <a:t>Attributes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b="1" dirty="0">
                          <a:latin typeface="+mn-lt"/>
                        </a:rPr>
                        <a:t>Combinatorial Optimization (CO)</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88255258"/>
                  </a:ext>
                </a:extLst>
              </a:tr>
              <a:tr h="4708310">
                <a:tc>
                  <a:txBody>
                    <a:bodyPr/>
                    <a:lstStyle/>
                    <a:p>
                      <a:pPr marL="285750" indent="-285750">
                        <a:buFont typeface="Arial" panose="020B0604020202020204" pitchFamily="34" charset="0"/>
                        <a:buChar char="•"/>
                      </a:pPr>
                      <a:r>
                        <a:rPr lang="en-US" sz="2400" dirty="0"/>
                        <a:t>Age</a:t>
                      </a:r>
                    </a:p>
                    <a:p>
                      <a:pPr marL="285750" indent="-285750">
                        <a:buFont typeface="Arial" panose="020B0604020202020204" pitchFamily="34" charset="0"/>
                        <a:buChar char="•"/>
                      </a:pPr>
                      <a:r>
                        <a:rPr lang="en-US" sz="2400" dirty="0"/>
                        <a:t>Gender</a:t>
                      </a:r>
                    </a:p>
                    <a:p>
                      <a:pPr marL="285750" indent="-285750">
                        <a:buFont typeface="Arial" panose="020B0604020202020204" pitchFamily="34" charset="0"/>
                        <a:buChar char="•"/>
                      </a:pPr>
                      <a:r>
                        <a:rPr lang="en-US" sz="2400" dirty="0"/>
                        <a:t>Race/ethnicity</a:t>
                      </a:r>
                    </a:p>
                    <a:p>
                      <a:pPr marL="285750" indent="-285750">
                        <a:buFont typeface="Arial" panose="020B0604020202020204" pitchFamily="34" charset="0"/>
                        <a:buChar char="•"/>
                      </a:pPr>
                      <a:r>
                        <a:rPr lang="en-US" sz="2400" dirty="0"/>
                        <a:t>Worker status</a:t>
                      </a:r>
                    </a:p>
                    <a:p>
                      <a:pPr marL="285750" indent="-285750">
                        <a:buFont typeface="Arial" panose="020B0604020202020204" pitchFamily="34" charset="0"/>
                        <a:buChar char="•"/>
                      </a:pPr>
                      <a:r>
                        <a:rPr lang="en-US" sz="2400" dirty="0"/>
                        <a:t>Student status</a:t>
                      </a:r>
                    </a:p>
                    <a:p>
                      <a:pPr marL="285750" indent="-285750">
                        <a:buFont typeface="Arial" panose="020B0604020202020204" pitchFamily="34" charset="0"/>
                        <a:buChar char="•"/>
                      </a:pPr>
                      <a:r>
                        <a:rPr lang="en-US" sz="2400" dirty="0"/>
                        <a:t>School grade</a:t>
                      </a:r>
                    </a:p>
                    <a:p>
                      <a:pPr marL="285750" indent="-285750">
                        <a:buFont typeface="Arial" panose="020B0604020202020204" pitchFamily="34" charset="0"/>
                        <a:buChar char="•"/>
                      </a:pPr>
                      <a:r>
                        <a:rPr lang="en-US" sz="2400" dirty="0"/>
                        <a:t>Commuter status</a:t>
                      </a:r>
                    </a:p>
                    <a:p>
                      <a:pPr marL="285750" indent="-285750">
                        <a:buFont typeface="Arial" panose="020B0604020202020204" pitchFamily="34" charset="0"/>
                        <a:buChar char="•"/>
                      </a:pPr>
                      <a:r>
                        <a:rPr lang="en-US" sz="2400" dirty="0"/>
                        <a:t>Income category</a:t>
                      </a:r>
                    </a:p>
                    <a:p>
                      <a:pPr marL="285750" indent="-285750">
                        <a:buFont typeface="Arial" panose="020B0604020202020204" pitchFamily="34" charset="0"/>
                        <a:buChar char="•"/>
                      </a:pPr>
                      <a:r>
                        <a:rPr lang="en-US" sz="2400" dirty="0"/>
                        <a:t>Workplace category</a:t>
                      </a:r>
                    </a:p>
                    <a:p>
                      <a:pPr marL="285750" indent="-285750">
                        <a:buFont typeface="Arial" panose="020B0604020202020204" pitchFamily="34" charset="0"/>
                        <a:buChar char="•"/>
                      </a:pPr>
                      <a:r>
                        <a:rPr lang="en-US" sz="2400" dirty="0"/>
                        <a:t>Home CBG</a:t>
                      </a:r>
                    </a:p>
                    <a:p>
                      <a:pPr marL="285750" indent="-285750">
                        <a:buFont typeface="Arial" panose="020B0604020202020204" pitchFamily="34" charset="0"/>
                        <a:buChar char="•"/>
                      </a:pPr>
                      <a:r>
                        <a:rPr lang="en-US" sz="2400" dirty="0"/>
                        <a:t>School CBG</a:t>
                      </a:r>
                    </a:p>
                    <a:p>
                      <a:pPr marL="285750" indent="-285750">
                        <a:buFont typeface="Arial" panose="020B0604020202020204" pitchFamily="34" charset="0"/>
                        <a:buChar char="•"/>
                      </a:pPr>
                      <a:r>
                        <a:rPr lang="en-US" sz="2400" dirty="0"/>
                        <a:t>Workplace CBG</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endParaRPr lang="en-US" sz="2400" dirty="0"/>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5330827"/>
                  </a:ext>
                </a:extLst>
              </a:tr>
            </a:tbl>
          </a:graphicData>
        </a:graphic>
      </p:graphicFrame>
      <p:sp>
        <p:nvSpPr>
          <p:cNvPr id="2" name="Rectangle 1">
            <a:extLst>
              <a:ext uri="{FF2B5EF4-FFF2-40B4-BE49-F238E27FC236}">
                <a16:creationId xmlns:a16="http://schemas.microsoft.com/office/drawing/2014/main" id="{BF2431AB-2BD8-4A71-A9D1-E3219E361DFC}"/>
              </a:ext>
            </a:extLst>
          </p:cNvPr>
          <p:cNvSpPr>
            <a:spLocks/>
          </p:cNvSpPr>
          <p:nvPr/>
        </p:nvSpPr>
        <p:spPr>
          <a:xfrm>
            <a:off x="0" y="0"/>
            <a:ext cx="30275213" cy="25454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a:spLocks/>
          </p:cNvSpPr>
          <p:nvPr/>
        </p:nvSpPr>
        <p:spPr>
          <a:xfrm>
            <a:off x="6063613" y="395856"/>
            <a:ext cx="18394899" cy="1754326"/>
          </a:xfrm>
          <a:prstGeom prst="rect">
            <a:avLst/>
          </a:prstGeom>
        </p:spPr>
        <p:txBody>
          <a:bodyPr wrap="square">
            <a:spAutoFit/>
          </a:bodyPr>
          <a:lstStyle/>
          <a:p>
            <a:pPr algn="ctr"/>
            <a:r>
              <a:rPr lang="en-US" sz="5400" b="1" dirty="0">
                <a:solidFill>
                  <a:schemeClr val="bg1"/>
                </a:solidFill>
              </a:rPr>
              <a:t>GeoPops demonstration: An open-source, adaptable framework for agent-based modeling on synthetic populations</a:t>
            </a:r>
          </a:p>
        </p:txBody>
      </p:sp>
      <p:sp>
        <p:nvSpPr>
          <p:cNvPr id="6" name="TextBox 5"/>
          <p:cNvSpPr txBox="1">
            <a:spLocks/>
          </p:cNvSpPr>
          <p:nvPr/>
        </p:nvSpPr>
        <p:spPr>
          <a:xfrm>
            <a:off x="215606" y="2628268"/>
            <a:ext cx="29843999" cy="1631216"/>
          </a:xfrm>
          <a:prstGeom prst="rect">
            <a:avLst/>
          </a:prstGeom>
          <a:noFill/>
        </p:spPr>
        <p:txBody>
          <a:bodyPr wrap="square" rtlCol="0" anchor="ctr">
            <a:spAutoFit/>
          </a:bodyPr>
          <a:lstStyle/>
          <a:p>
            <a:pPr algn="ctr"/>
            <a:r>
              <a:rPr lang="en-US" sz="4000" i="1" dirty="0">
                <a:latin typeface="Aptos" panose="020B0004020202020204" pitchFamily="34" charset="0"/>
                <a:cs typeface="Times New Roman" panose="02020603050405020304" pitchFamily="18" charset="0"/>
              </a:rPr>
              <a:t>Alisa Hamilton</a:t>
            </a:r>
            <a:r>
              <a:rPr lang="en-US" sz="4000" i="1" baseline="30000" dirty="0">
                <a:latin typeface="Aptos" panose="020B0004020202020204" pitchFamily="34" charset="0"/>
                <a:cs typeface="Times New Roman" panose="02020603050405020304" pitchFamily="18" charset="0"/>
              </a:rPr>
              <a:t>1</a:t>
            </a:r>
            <a:r>
              <a:rPr lang="en-US" sz="4000" i="1" dirty="0">
                <a:latin typeface="Aptos" panose="020B0004020202020204" pitchFamily="34" charset="0"/>
                <a:cs typeface="Times New Roman" panose="02020603050405020304" pitchFamily="18" charset="0"/>
              </a:rPr>
              <a:t>, Alexander Tulchinsky</a:t>
            </a:r>
            <a:r>
              <a:rPr lang="en-US" sz="4000" i="1" baseline="30000" dirty="0">
                <a:latin typeface="Aptos" panose="020B0004020202020204" pitchFamily="34" charset="0"/>
                <a:cs typeface="Times New Roman" panose="02020603050405020304" pitchFamily="18" charset="0"/>
              </a:rPr>
              <a:t>2</a:t>
            </a:r>
            <a:r>
              <a:rPr lang="en-US" sz="4000" i="1" dirty="0">
                <a:latin typeface="Aptos" panose="020B0004020202020204" pitchFamily="34" charset="0"/>
                <a:cs typeface="Times New Roman" panose="02020603050405020304" pitchFamily="18" charset="0"/>
              </a:rPr>
              <a:t>, Cliff Kerr</a:t>
            </a:r>
            <a:r>
              <a:rPr lang="en-US" sz="4000" i="1" baseline="30000" dirty="0">
                <a:latin typeface="Aptos" panose="020B0004020202020204" pitchFamily="34" charset="0"/>
                <a:cs typeface="Times New Roman" panose="02020603050405020304" pitchFamily="18" charset="0"/>
              </a:rPr>
              <a:t>3</a:t>
            </a:r>
            <a:r>
              <a:rPr lang="en-US" sz="4000" i="1" dirty="0">
                <a:latin typeface="Aptos" panose="020B0004020202020204" pitchFamily="34" charset="0"/>
                <a:cs typeface="Times New Roman" panose="02020603050405020304" pitchFamily="18" charset="0"/>
              </a:rPr>
              <a:t>, Eili Klein</a:t>
            </a:r>
            <a:r>
              <a:rPr lang="en-US" sz="4000" i="1" baseline="30000" dirty="0">
                <a:latin typeface="Aptos" panose="020B0004020202020204" pitchFamily="34" charset="0"/>
                <a:cs typeface="Times New Roman" panose="02020603050405020304" pitchFamily="18" charset="0"/>
              </a:rPr>
              <a:t>1,2</a:t>
            </a:r>
            <a:r>
              <a:rPr lang="en-US" sz="4000" i="1" dirty="0">
                <a:latin typeface="Aptos" panose="020B0004020202020204" pitchFamily="34" charset="0"/>
                <a:cs typeface="Times New Roman" panose="02020603050405020304" pitchFamily="18" charset="0"/>
              </a:rPr>
              <a:t>, Lauren Gardner</a:t>
            </a:r>
            <a:r>
              <a:rPr lang="en-US" sz="4000" i="1" baseline="30000" dirty="0">
                <a:latin typeface="Aptos" panose="020B0004020202020204" pitchFamily="34" charset="0"/>
                <a:cs typeface="Times New Roman" panose="02020603050405020304" pitchFamily="18" charset="0"/>
              </a:rPr>
              <a:t>1</a:t>
            </a:r>
          </a:p>
          <a:p>
            <a:pPr algn="ctr"/>
            <a:r>
              <a:rPr lang="en-US" sz="2800" baseline="30000" dirty="0">
                <a:latin typeface="Aptos" panose="020B0004020202020204" pitchFamily="34" charset="0"/>
                <a:cs typeface="Times New Roman" panose="02020603050405020304" pitchFamily="18" charset="0"/>
              </a:rPr>
              <a:t>1</a:t>
            </a:r>
            <a:r>
              <a:rPr lang="en-US" sz="2800" dirty="0">
                <a:latin typeface="Aptos" panose="020B0004020202020204" pitchFamily="34" charset="0"/>
                <a:cs typeface="Times New Roman" panose="02020603050405020304" pitchFamily="18" charset="0"/>
              </a:rPr>
              <a:t>Johns Hopkins University, </a:t>
            </a:r>
            <a:r>
              <a:rPr lang="en-US" sz="2800" baseline="30000" dirty="0">
                <a:latin typeface="Aptos" panose="020B0004020202020204" pitchFamily="34" charset="0"/>
                <a:cs typeface="Times New Roman" panose="02020603050405020304" pitchFamily="18" charset="0"/>
              </a:rPr>
              <a:t>2</a:t>
            </a:r>
            <a:r>
              <a:rPr lang="en-US" sz="2800" dirty="0">
                <a:latin typeface="Aptos" panose="020B0004020202020204" pitchFamily="34" charset="0"/>
                <a:cs typeface="Times New Roman" panose="02020603050405020304" pitchFamily="18" charset="0"/>
              </a:rPr>
              <a:t>One Health Trust, </a:t>
            </a:r>
            <a:r>
              <a:rPr lang="en-US" sz="2800" baseline="30000" dirty="0">
                <a:latin typeface="Aptos" panose="020B0004020202020204" pitchFamily="34" charset="0"/>
                <a:cs typeface="Times New Roman" panose="02020603050405020304" pitchFamily="18" charset="0"/>
              </a:rPr>
              <a:t>3</a:t>
            </a:r>
            <a:r>
              <a:rPr lang="en-US" sz="2800" dirty="0">
                <a:latin typeface="Aptos" panose="020B0004020202020204" pitchFamily="34" charset="0"/>
                <a:cs typeface="Times New Roman" panose="02020603050405020304" pitchFamily="18" charset="0"/>
              </a:rPr>
              <a:t>Institute for Disease Modeling</a:t>
            </a:r>
          </a:p>
          <a:p>
            <a:pPr algn="ctr"/>
            <a:r>
              <a:rPr lang="en-US" sz="2800" b="1" dirty="0">
                <a:solidFill>
                  <a:srgbClr val="72ACE5"/>
                </a:solidFill>
                <a:latin typeface="Aptos" panose="020B0004020202020204" pitchFamily="34" charset="0"/>
                <a:cs typeface="Times New Roman" panose="02020603050405020304" pitchFamily="18" charset="0"/>
              </a:rPr>
              <a:t>ahamil33@jh.edu</a:t>
            </a:r>
          </a:p>
        </p:txBody>
      </p:sp>
      <p:pic>
        <p:nvPicPr>
          <p:cNvPr id="112" name="Picture 111" descr="A picture containing drawing&#10;&#10;Description automatically generated">
            <a:extLst>
              <a:ext uri="{FF2B5EF4-FFF2-40B4-BE49-F238E27FC236}">
                <a16:creationId xmlns:a16="http://schemas.microsoft.com/office/drawing/2014/main" id="{67BF6A3B-EAFC-9011-E865-1BA4DFF342CC}"/>
              </a:ext>
            </a:extLst>
          </p:cNvPr>
          <p:cNvPicPr>
            <a:picLocks noChangeAspect="1"/>
          </p:cNvPicPr>
          <p:nvPr/>
        </p:nvPicPr>
        <p:blipFill>
          <a:blip r:embed="rId3"/>
          <a:stretch>
            <a:fillRect/>
          </a:stretch>
        </p:blipFill>
        <p:spPr>
          <a:xfrm>
            <a:off x="1230313" y="431574"/>
            <a:ext cx="3476754" cy="1641800"/>
          </a:xfrm>
          <a:prstGeom prst="rect">
            <a:avLst/>
          </a:prstGeom>
        </p:spPr>
      </p:pic>
      <p:sp>
        <p:nvSpPr>
          <p:cNvPr id="22" name="Rectangle 21">
            <a:extLst>
              <a:ext uri="{FF2B5EF4-FFF2-40B4-BE49-F238E27FC236}">
                <a16:creationId xmlns:a16="http://schemas.microsoft.com/office/drawing/2014/main" id="{3AF5DC78-4EE5-2D0E-32CD-B9BC993618BE}"/>
              </a:ext>
            </a:extLst>
          </p:cNvPr>
          <p:cNvSpPr/>
          <p:nvPr/>
        </p:nvSpPr>
        <p:spPr>
          <a:xfrm>
            <a:off x="16844564" y="10383666"/>
            <a:ext cx="12603881" cy="630376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Code</a:t>
            </a:r>
          </a:p>
        </p:txBody>
      </p:sp>
      <p:sp>
        <p:nvSpPr>
          <p:cNvPr id="20" name="Rectangle 19">
            <a:extLst>
              <a:ext uri="{FF2B5EF4-FFF2-40B4-BE49-F238E27FC236}">
                <a16:creationId xmlns:a16="http://schemas.microsoft.com/office/drawing/2014/main" id="{6C66553A-BDA5-AE5D-E094-274A52783993}"/>
              </a:ext>
            </a:extLst>
          </p:cNvPr>
          <p:cNvSpPr/>
          <p:nvPr/>
        </p:nvSpPr>
        <p:spPr>
          <a:xfrm>
            <a:off x="1013418" y="4439878"/>
            <a:ext cx="20226917" cy="420817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Definition</a:t>
            </a:r>
          </a:p>
        </p:txBody>
      </p:sp>
      <p:sp>
        <p:nvSpPr>
          <p:cNvPr id="30" name="Rectangle 29">
            <a:extLst>
              <a:ext uri="{FF2B5EF4-FFF2-40B4-BE49-F238E27FC236}">
                <a16:creationId xmlns:a16="http://schemas.microsoft.com/office/drawing/2014/main" id="{F4FED451-D7DB-A1E7-1344-71531239494F}"/>
              </a:ext>
            </a:extLst>
          </p:cNvPr>
          <p:cNvSpPr/>
          <p:nvPr/>
        </p:nvSpPr>
        <p:spPr>
          <a:xfrm>
            <a:off x="1364217" y="5278074"/>
            <a:ext cx="19461616" cy="1530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GeoPops</a:t>
            </a:r>
            <a:r>
              <a:rPr lang="en-US" sz="2800" b="1" baseline="30000" dirty="0">
                <a:solidFill>
                  <a:schemeClr val="tx1"/>
                </a:solidFill>
              </a:rPr>
              <a:t>1</a:t>
            </a:r>
            <a:r>
              <a:rPr lang="en-US" sz="2800" dirty="0">
                <a:solidFill>
                  <a:schemeClr val="tx1"/>
                </a:solidFill>
              </a:rPr>
              <a:t> is an open-source tool for generating geographically and demographically realistic synthetic populations for any US Census area from publicly available data with associated </a:t>
            </a:r>
            <a:r>
              <a:rPr lang="en-US" sz="2800" b="1" dirty="0">
                <a:solidFill>
                  <a:schemeClr val="tx1"/>
                </a:solidFill>
              </a:rPr>
              <a:t>home, school, workplace, and group quarters (GQ) networks</a:t>
            </a:r>
            <a:r>
              <a:rPr lang="en-US" sz="2800" dirty="0">
                <a:solidFill>
                  <a:schemeClr val="tx1"/>
                </a:solidFill>
              </a:rPr>
              <a:t>. GeoPops has the same underlying methodology as GREASYPOP-CO</a:t>
            </a:r>
            <a:r>
              <a:rPr lang="en-US" sz="2800" baseline="30000" dirty="0">
                <a:solidFill>
                  <a:schemeClr val="tx1"/>
                </a:solidFill>
              </a:rPr>
              <a:t>2 </a:t>
            </a:r>
            <a:r>
              <a:rPr lang="en-US" sz="2800" dirty="0">
                <a:solidFill>
                  <a:schemeClr val="tx1"/>
                </a:solidFill>
              </a:rPr>
              <a:t>with the following changes:</a:t>
            </a:r>
          </a:p>
        </p:txBody>
      </p:sp>
      <p:graphicFrame>
        <p:nvGraphicFramePr>
          <p:cNvPr id="54" name="Table 53">
            <a:extLst>
              <a:ext uri="{FF2B5EF4-FFF2-40B4-BE49-F238E27FC236}">
                <a16:creationId xmlns:a16="http://schemas.microsoft.com/office/drawing/2014/main" id="{EF703AB4-09B5-663A-E5A0-77FA2CF185BF}"/>
              </a:ext>
            </a:extLst>
          </p:cNvPr>
          <p:cNvGraphicFramePr>
            <a:graphicFrameLocks noGrp="1"/>
          </p:cNvGraphicFramePr>
          <p:nvPr>
            <p:extLst>
              <p:ext uri="{D42A27DB-BD31-4B8C-83A1-F6EECF244321}">
                <p14:modId xmlns:p14="http://schemas.microsoft.com/office/powerpoint/2010/main" val="2848316322"/>
              </p:ext>
            </p:extLst>
          </p:nvPr>
        </p:nvGraphicFramePr>
        <p:xfrm>
          <a:off x="17408670" y="11045425"/>
          <a:ext cx="11650286" cy="5329437"/>
        </p:xfrm>
        <a:graphic>
          <a:graphicData uri="http://schemas.openxmlformats.org/drawingml/2006/table">
            <a:tbl>
              <a:tblPr firstRow="1" bandRow="1">
                <a:tableStyleId>{5940675A-B579-460E-94D1-54222C63F5DA}</a:tableStyleId>
              </a:tblPr>
              <a:tblGrid>
                <a:gridCol w="11650286">
                  <a:extLst>
                    <a:ext uri="{9D8B030D-6E8A-4147-A177-3AD203B41FA5}">
                      <a16:colId xmlns:a16="http://schemas.microsoft.com/office/drawing/2014/main" val="21492115"/>
                    </a:ext>
                  </a:extLst>
                </a:gridCol>
              </a:tblGrid>
              <a:tr h="538863">
                <a:tc>
                  <a:txBody>
                    <a:bodyPr/>
                    <a:lstStyle/>
                    <a:p>
                      <a:pPr lvl="0" algn="l"/>
                      <a:r>
                        <a:rPr lang="en-US" sz="2400" b="1" dirty="0">
                          <a:latin typeface="+mn-lt"/>
                        </a:rPr>
                        <a:t>Example for Howard County, MD</a:t>
                      </a:r>
                    </a:p>
                  </a:txBody>
                  <a:tcPr anchor="ctr">
                    <a:lnL w="12700" cap="flat" cmpd="sng" algn="ctr">
                      <a:solidFill>
                        <a:srgbClr val="B9CDE5"/>
                      </a:solidFill>
                      <a:prstDash val="solid"/>
                      <a:round/>
                      <a:headEnd type="none" w="med" len="med"/>
                      <a:tailEnd type="none" w="med" len="med"/>
                    </a:lnL>
                    <a:lnR w="12700" cap="flat" cmpd="sng" algn="ctr">
                      <a:solidFill>
                        <a:srgbClr val="B9CDE5"/>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88255258"/>
                  </a:ext>
                </a:extLst>
              </a:tr>
              <a:tr h="4790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import geopops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solidFill>
                          <a:schemeClr val="tx1"/>
                        </a:solidFill>
                        <a:latin typeface="Menlo" panose="020B0609030804020204" pitchFamily="49" charset="0"/>
                        <a:ea typeface="Menlo" panose="020B0609030804020204" pitchFamily="49" charset="0"/>
                        <a:cs typeface="Menlo" panose="020B0609030804020204" pitchFamily="49" charset="0"/>
                      </a:endParaRP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pars = {'path’: ‘YOUR_OUTPUT_DIR’, # Where you want outputs</a:t>
                      </a: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'census_api_key’: “YOUR_KEY", # Census API key</a:t>
                      </a: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'main_year': 2019, # main year</a:t>
                      </a: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'geos': [24027], # state or county </a:t>
                      </a:r>
                      <a:r>
                        <a:rPr lang="en-US" sz="2200" dirty="0" err="1">
                          <a:solidFill>
                            <a:schemeClr val="tx1"/>
                          </a:solidFill>
                          <a:latin typeface="Menlo" panose="020B0609030804020204" pitchFamily="49" charset="0"/>
                          <a:ea typeface="Menlo" panose="020B0609030804020204" pitchFamily="49" charset="0"/>
                          <a:cs typeface="Menlo" panose="020B0609030804020204" pitchFamily="49" charset="0"/>
                        </a:rPr>
                        <a:t>fips</a:t>
                      </a: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of main geo</a:t>
                      </a: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'commute_states': [24], # states where people commute</a:t>
                      </a:r>
                    </a:p>
                    <a:p>
                      <a:pPr lvl="0"/>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        'use_pums': [24]} # pums state to download</a:t>
                      </a:r>
                    </a:p>
                    <a:p>
                      <a:pPr lvl="0"/>
                      <a:endParaRPr lang="en-US" sz="2200" dirty="0">
                        <a:solidFill>
                          <a:schemeClr val="tx1"/>
                        </a:solidFill>
                        <a:latin typeface="Menlo" panose="020B0609030804020204" pitchFamily="49" charset="0"/>
                        <a:ea typeface="Menlo" panose="020B0609030804020204" pitchFamily="49" charset="0"/>
                        <a:cs typeface="Menlo" panose="020B06090308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geopops.WriteConfig(**pars) # Set parameters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geopops.DownloadData() # Downloads raw data files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geopops.ProcessData() # Preprocessing for next steps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geopops.RunJulia() # CO, network generation, export to csv</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1"/>
                          </a:solidFill>
                          <a:latin typeface="Menlo" panose="020B0609030804020204" pitchFamily="49" charset="0"/>
                          <a:ea typeface="Menlo" panose="020B0609030804020204" pitchFamily="49" charset="0"/>
                          <a:cs typeface="Menlo" panose="020B0609030804020204" pitchFamily="49" charset="0"/>
                        </a:rPr>
                        <a:t>geopops.ForStarsim() # Format for Starsim</a:t>
                      </a:r>
                    </a:p>
                  </a:txBody>
                  <a:tcPr anchor="ctr">
                    <a:lnL w="12700" cap="flat" cmpd="sng" algn="ctr">
                      <a:solidFill>
                        <a:srgbClr val="B9CDE5"/>
                      </a:solidFill>
                      <a:prstDash val="solid"/>
                      <a:round/>
                      <a:headEnd type="none" w="med" len="med"/>
                      <a:tailEnd type="none" w="med" len="med"/>
                    </a:lnL>
                    <a:lnR w="12700" cap="flat" cmpd="sng" algn="ctr">
                      <a:solidFill>
                        <a:srgbClr val="B9CDE5"/>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5330827"/>
                  </a:ext>
                </a:extLst>
              </a:tr>
            </a:tbl>
          </a:graphicData>
        </a:graphic>
      </p:graphicFrame>
      <p:grpSp>
        <p:nvGrpSpPr>
          <p:cNvPr id="41" name="Group 40">
            <a:extLst>
              <a:ext uri="{FF2B5EF4-FFF2-40B4-BE49-F238E27FC236}">
                <a16:creationId xmlns:a16="http://schemas.microsoft.com/office/drawing/2014/main" id="{F19E4A0A-6323-88EA-33DA-428F9AEBE300}"/>
              </a:ext>
            </a:extLst>
          </p:cNvPr>
          <p:cNvGrpSpPr/>
          <p:nvPr/>
        </p:nvGrpSpPr>
        <p:grpSpPr>
          <a:xfrm>
            <a:off x="17229432" y="23349186"/>
            <a:ext cx="6883006" cy="4760415"/>
            <a:chOff x="14841973" y="24721223"/>
            <a:chExt cx="4856176" cy="3358621"/>
          </a:xfrm>
        </p:grpSpPr>
        <p:pic>
          <p:nvPicPr>
            <p:cNvPr id="72" name="Picture 71" descr="A clock with black lines&#10;&#10;Description automatically generated with medium confidence">
              <a:extLst>
                <a:ext uri="{FF2B5EF4-FFF2-40B4-BE49-F238E27FC236}">
                  <a16:creationId xmlns:a16="http://schemas.microsoft.com/office/drawing/2014/main" id="{EB5F7607-358E-423D-6110-5E835DE7D278}"/>
                </a:ext>
              </a:extLst>
            </p:cNvPr>
            <p:cNvPicPr>
              <a:picLocks noChangeAspect="1"/>
            </p:cNvPicPr>
            <p:nvPr/>
          </p:nvPicPr>
          <p:blipFill>
            <a:blip r:embed="rId4"/>
            <a:stretch>
              <a:fillRect/>
            </a:stretch>
          </p:blipFill>
          <p:spPr>
            <a:xfrm>
              <a:off x="14841973" y="24721223"/>
              <a:ext cx="3452071" cy="3358621"/>
            </a:xfrm>
            <a:prstGeom prst="rect">
              <a:avLst/>
            </a:prstGeom>
            <a:ln>
              <a:noFill/>
            </a:ln>
          </p:spPr>
        </p:pic>
        <p:pic>
          <p:nvPicPr>
            <p:cNvPr id="76" name="Picture 75" descr="A group of black dots&#10;&#10;Description automatically generated">
              <a:extLst>
                <a:ext uri="{FF2B5EF4-FFF2-40B4-BE49-F238E27FC236}">
                  <a16:creationId xmlns:a16="http://schemas.microsoft.com/office/drawing/2014/main" id="{7F3F552D-95A5-68BD-21B9-604BE20A4F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460045" y="26135659"/>
              <a:ext cx="2238104" cy="1762198"/>
            </a:xfrm>
            <a:prstGeom prst="rect">
              <a:avLst/>
            </a:prstGeom>
            <a:ln>
              <a:solidFill>
                <a:schemeClr val="bg1">
                  <a:lumMod val="85000"/>
                </a:schemeClr>
              </a:solidFill>
            </a:ln>
          </p:spPr>
        </p:pic>
      </p:grpSp>
      <p:sp>
        <p:nvSpPr>
          <p:cNvPr id="148" name="Rectangle 147">
            <a:extLst>
              <a:ext uri="{FF2B5EF4-FFF2-40B4-BE49-F238E27FC236}">
                <a16:creationId xmlns:a16="http://schemas.microsoft.com/office/drawing/2014/main" id="{7CA09775-1FF7-9210-E624-50E7561F99EE}"/>
              </a:ext>
            </a:extLst>
          </p:cNvPr>
          <p:cNvSpPr/>
          <p:nvPr/>
        </p:nvSpPr>
        <p:spPr>
          <a:xfrm>
            <a:off x="1013418" y="17382826"/>
            <a:ext cx="15261536" cy="591482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Step 2: School and Workplace Assignment</a:t>
            </a:r>
          </a:p>
        </p:txBody>
      </p:sp>
      <p:graphicFrame>
        <p:nvGraphicFramePr>
          <p:cNvPr id="156" name="Table 155">
            <a:extLst>
              <a:ext uri="{FF2B5EF4-FFF2-40B4-BE49-F238E27FC236}">
                <a16:creationId xmlns:a16="http://schemas.microsoft.com/office/drawing/2014/main" id="{224FA28B-6686-87A8-35CA-80CDA383FDB3}"/>
              </a:ext>
            </a:extLst>
          </p:cNvPr>
          <p:cNvGraphicFramePr>
            <a:graphicFrameLocks noGrp="1"/>
          </p:cNvGraphicFramePr>
          <p:nvPr>
            <p:extLst>
              <p:ext uri="{D42A27DB-BD31-4B8C-83A1-F6EECF244321}">
                <p14:modId xmlns:p14="http://schemas.microsoft.com/office/powerpoint/2010/main" val="2290717358"/>
              </p:ext>
            </p:extLst>
          </p:nvPr>
        </p:nvGraphicFramePr>
        <p:xfrm>
          <a:off x="1426137" y="18267511"/>
          <a:ext cx="14415954" cy="4590109"/>
        </p:xfrm>
        <a:graphic>
          <a:graphicData uri="http://schemas.openxmlformats.org/drawingml/2006/table">
            <a:tbl>
              <a:tblPr firstRow="1" bandRow="1">
                <a:tableStyleId>{5940675A-B579-460E-94D1-54222C63F5DA}</a:tableStyleId>
              </a:tblPr>
              <a:tblGrid>
                <a:gridCol w="1724280">
                  <a:extLst>
                    <a:ext uri="{9D8B030D-6E8A-4147-A177-3AD203B41FA5}">
                      <a16:colId xmlns:a16="http://schemas.microsoft.com/office/drawing/2014/main" val="3645212424"/>
                    </a:ext>
                  </a:extLst>
                </a:gridCol>
                <a:gridCol w="6171588">
                  <a:extLst>
                    <a:ext uri="{9D8B030D-6E8A-4147-A177-3AD203B41FA5}">
                      <a16:colId xmlns:a16="http://schemas.microsoft.com/office/drawing/2014/main" val="2016792647"/>
                    </a:ext>
                  </a:extLst>
                </a:gridCol>
                <a:gridCol w="3645664">
                  <a:extLst>
                    <a:ext uri="{9D8B030D-6E8A-4147-A177-3AD203B41FA5}">
                      <a16:colId xmlns:a16="http://schemas.microsoft.com/office/drawing/2014/main" val="847499284"/>
                    </a:ext>
                  </a:extLst>
                </a:gridCol>
                <a:gridCol w="2874422">
                  <a:extLst>
                    <a:ext uri="{9D8B030D-6E8A-4147-A177-3AD203B41FA5}">
                      <a16:colId xmlns:a16="http://schemas.microsoft.com/office/drawing/2014/main" val="1440522756"/>
                    </a:ext>
                  </a:extLst>
                </a:gridCol>
              </a:tblGrid>
              <a:tr h="467624">
                <a:tc>
                  <a:txBody>
                    <a:bodyPr/>
                    <a:lstStyle/>
                    <a:p>
                      <a:pPr algn="ctr"/>
                      <a:endParaRPr lang="en-US" sz="2400" dirty="0">
                        <a:latin typeface="+mn-lt"/>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dirty="0">
                          <a:latin typeface="+mn-lt"/>
                        </a:rPr>
                        <a:t>Methods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dirty="0">
                          <a:latin typeface="+mn-lt"/>
                        </a:rPr>
                        <a:t>Data</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dirty="0">
                          <a:latin typeface="+mn-lt"/>
                        </a:rPr>
                        <a:t>Data Sources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88255258"/>
                  </a:ext>
                </a:extLst>
              </a:tr>
              <a:tr h="1823166">
                <a:tc>
                  <a:txBody>
                    <a:bodyPr/>
                    <a:lstStyle/>
                    <a:p>
                      <a:pPr marL="0" lvl="0" indent="0">
                        <a:buFont typeface="Arial" panose="020B0604020202020204" pitchFamily="34" charset="0"/>
                        <a:buNone/>
                      </a:pPr>
                      <a:r>
                        <a:rPr lang="en-US" sz="2400" dirty="0"/>
                        <a:t>Schools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Students assigned to closest school that offered required grade</a:t>
                      </a:r>
                    </a:p>
                    <a:p>
                      <a:pPr marL="285750" marR="0" indent="-285750">
                        <a:buFont typeface="Arial" panose="020B0604020202020204" pitchFamily="34" charset="0"/>
                        <a:buChar char="•"/>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Teachers assigned to school by selecting teachers from nearby CBGs</a:t>
                      </a: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Student and staff counts for each grade level in public schools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100" dirty="0">
                          <a:effectLst/>
                          <a:latin typeface="Aptos" panose="020B0004020202020204" pitchFamily="34" charset="0"/>
                          <a:ea typeface="Aptos" panose="020B0004020202020204" pitchFamily="34" charset="0"/>
                          <a:cs typeface="Times New Roman" panose="02020603050405020304" pitchFamily="18" charset="0"/>
                        </a:rPr>
                        <a:t>National Center for Education Statistics (NCES)</a:t>
                      </a: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5330827"/>
                  </a:ext>
                </a:extLst>
              </a:tr>
              <a:tr h="2299319">
                <a:tc>
                  <a:txBody>
                    <a:bodyPr/>
                    <a:lstStyle/>
                    <a:p>
                      <a:pPr marL="0" lvl="0" indent="0">
                        <a:buFont typeface="Arial" panose="020B0604020202020204" pitchFamily="34" charset="0"/>
                        <a:buNone/>
                      </a:pPr>
                      <a:r>
                        <a:rPr lang="en-US" sz="2400" dirty="0"/>
                        <a:t>Workplaces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Iterative proportional fitting (IPF) to make origin-destination commute matrix</a:t>
                      </a:r>
                    </a:p>
                    <a:p>
                      <a:pPr marL="285750" marR="0" indent="-285750">
                        <a:buFont typeface="Arial" panose="020B0604020202020204" pitchFamily="34" charset="0"/>
                        <a:buChar char="•"/>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IPF to make industry by destination commute matrix for each origin CBG </a:t>
                      </a:r>
                    </a:p>
                    <a:p>
                      <a:pPr marL="285750" marR="0" indent="-285750">
                        <a:buFont typeface="Arial" panose="020B0604020202020204" pitchFamily="34" charset="0"/>
                        <a:buChar char="•"/>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Includes outside workers</a:t>
                      </a: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Origin-destination and workplace category matrices</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Longitudinal Employer-Household Dynamics (LEHD)</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5812486"/>
                  </a:ext>
                </a:extLst>
              </a:tr>
            </a:tbl>
          </a:graphicData>
        </a:graphic>
      </p:graphicFrame>
      <p:sp>
        <p:nvSpPr>
          <p:cNvPr id="149" name="Rectangle 148">
            <a:extLst>
              <a:ext uri="{FF2B5EF4-FFF2-40B4-BE49-F238E27FC236}">
                <a16:creationId xmlns:a16="http://schemas.microsoft.com/office/drawing/2014/main" id="{EF61B295-0A49-462D-EA12-73BCCAACAE80}"/>
              </a:ext>
            </a:extLst>
          </p:cNvPr>
          <p:cNvSpPr/>
          <p:nvPr/>
        </p:nvSpPr>
        <p:spPr>
          <a:xfrm>
            <a:off x="16844564" y="17376964"/>
            <a:ext cx="12603879" cy="591482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Outputs</a:t>
            </a:r>
          </a:p>
        </p:txBody>
      </p:sp>
      <p:sp>
        <p:nvSpPr>
          <p:cNvPr id="157" name="Rectangle 156">
            <a:extLst>
              <a:ext uri="{FF2B5EF4-FFF2-40B4-BE49-F238E27FC236}">
                <a16:creationId xmlns:a16="http://schemas.microsoft.com/office/drawing/2014/main" id="{9460830C-9763-E6A6-39D5-C467B9CC2B3C}"/>
              </a:ext>
            </a:extLst>
          </p:cNvPr>
          <p:cNvSpPr/>
          <p:nvPr/>
        </p:nvSpPr>
        <p:spPr>
          <a:xfrm>
            <a:off x="17420193" y="18266843"/>
            <a:ext cx="11638763" cy="45844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2800" dirty="0">
                <a:solidFill>
                  <a:schemeClr val="tx1"/>
                </a:solidFill>
              </a:rPr>
              <a:t>Original files from each data source</a:t>
            </a:r>
          </a:p>
          <a:p>
            <a:pPr marL="457200" indent="-457200">
              <a:buFont typeface="Arial" panose="020B0604020202020204" pitchFamily="34" charset="0"/>
              <a:buChar char="•"/>
            </a:pPr>
            <a:r>
              <a:rPr lang="en-US" sz="2800" dirty="0">
                <a:solidFill>
                  <a:schemeClr val="tx1"/>
                </a:solidFill>
              </a:rPr>
              <a:t>csv of agents and attributes</a:t>
            </a:r>
          </a:p>
          <a:p>
            <a:pPr marL="457200" indent="-457200">
              <a:buFont typeface="Arial" panose="020B0604020202020204" pitchFamily="34" charset="0"/>
              <a:buChar char="•"/>
            </a:pPr>
            <a:r>
              <a:rPr lang="en-US" sz="2800" dirty="0">
                <a:solidFill>
                  <a:schemeClr val="tx1"/>
                </a:solidFill>
              </a:rPr>
              <a:t>csv of homes with locations (CBG level) </a:t>
            </a:r>
          </a:p>
          <a:p>
            <a:pPr marL="457200" indent="-457200">
              <a:buFont typeface="Arial" panose="020B0604020202020204" pitchFamily="34" charset="0"/>
              <a:buChar char="•"/>
            </a:pPr>
            <a:r>
              <a:rPr lang="en-US" sz="2800" dirty="0">
                <a:solidFill>
                  <a:schemeClr val="tx1"/>
                </a:solidFill>
              </a:rPr>
              <a:t>csv of schools with locations and students and teachers by grade</a:t>
            </a:r>
          </a:p>
          <a:p>
            <a:pPr marL="457200" indent="-457200">
              <a:buFont typeface="Arial" panose="020B0604020202020204" pitchFamily="34" charset="0"/>
              <a:buChar char="•"/>
            </a:pPr>
            <a:r>
              <a:rPr lang="en-US" sz="2800" dirty="0">
                <a:solidFill>
                  <a:schemeClr val="tx1"/>
                </a:solidFill>
              </a:rPr>
              <a:t>csv of workplaces with locations and workers by category</a:t>
            </a:r>
          </a:p>
          <a:p>
            <a:pPr marL="457200" indent="-457200">
              <a:buFont typeface="Arial" panose="020B0604020202020204" pitchFamily="34" charset="0"/>
              <a:buChar char="•"/>
            </a:pPr>
            <a:r>
              <a:rPr lang="en-US" sz="2800" dirty="0">
                <a:solidFill>
                  <a:schemeClr val="tx1"/>
                </a:solidFill>
              </a:rPr>
              <a:t>csv of GQ facilities with locations and residents and workers by type (e.g., dormitory vs LTCF)</a:t>
            </a:r>
          </a:p>
          <a:p>
            <a:pPr marL="457200" indent="-457200">
              <a:buFont typeface="Arial" panose="020B0604020202020204" pitchFamily="34" charset="0"/>
              <a:buChar char="•"/>
            </a:pPr>
            <a:r>
              <a:rPr lang="en-US" sz="2800" dirty="0">
                <a:solidFill>
                  <a:schemeClr val="tx1"/>
                </a:solidFill>
              </a:rPr>
              <a:t>csv of outside workers (people who commute into area for work)</a:t>
            </a:r>
          </a:p>
          <a:p>
            <a:pPr marL="457200" indent="-457200">
              <a:buFont typeface="Arial" panose="020B0604020202020204" pitchFamily="34" charset="0"/>
              <a:buChar char="•"/>
            </a:pPr>
            <a:r>
              <a:rPr lang="en-US" sz="2800" dirty="0">
                <a:solidFill>
                  <a:schemeClr val="tx1"/>
                </a:solidFill>
              </a:rPr>
              <a:t>Files in matrix and csv format for each network</a:t>
            </a:r>
          </a:p>
          <a:p>
            <a:pPr marL="457200" indent="-457200">
              <a:buFont typeface="Arial" panose="020B0604020202020204" pitchFamily="34" charset="0"/>
              <a:buChar char="•"/>
            </a:pPr>
            <a:r>
              <a:rPr lang="en-US" sz="2800" dirty="0">
                <a:solidFill>
                  <a:schemeClr val="tx1"/>
                </a:solidFill>
              </a:rPr>
              <a:t>Starsim compatible files for agents and networks</a:t>
            </a:r>
          </a:p>
        </p:txBody>
      </p:sp>
      <p:sp>
        <p:nvSpPr>
          <p:cNvPr id="158" name="Rectangle 157">
            <a:extLst>
              <a:ext uri="{FF2B5EF4-FFF2-40B4-BE49-F238E27FC236}">
                <a16:creationId xmlns:a16="http://schemas.microsoft.com/office/drawing/2014/main" id="{52393A04-A43C-BCDD-AFB6-ACFFB6DFA576}"/>
              </a:ext>
            </a:extLst>
          </p:cNvPr>
          <p:cNvSpPr/>
          <p:nvPr/>
        </p:nvSpPr>
        <p:spPr>
          <a:xfrm>
            <a:off x="1013423" y="24040191"/>
            <a:ext cx="15261531" cy="53609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4000" dirty="0">
                <a:solidFill>
                  <a:schemeClr val="tx1"/>
                </a:solidFill>
              </a:rPr>
              <a:t>Step 3: Network Generation</a:t>
            </a:r>
          </a:p>
        </p:txBody>
      </p:sp>
      <p:graphicFrame>
        <p:nvGraphicFramePr>
          <p:cNvPr id="159" name="Table 158">
            <a:extLst>
              <a:ext uri="{FF2B5EF4-FFF2-40B4-BE49-F238E27FC236}">
                <a16:creationId xmlns:a16="http://schemas.microsoft.com/office/drawing/2014/main" id="{4191E084-114E-7A21-0D91-C1AD7970E009}"/>
              </a:ext>
            </a:extLst>
          </p:cNvPr>
          <p:cNvGraphicFramePr>
            <a:graphicFrameLocks noGrp="1"/>
          </p:cNvGraphicFramePr>
          <p:nvPr>
            <p:extLst>
              <p:ext uri="{D42A27DB-BD31-4B8C-83A1-F6EECF244321}">
                <p14:modId xmlns:p14="http://schemas.microsoft.com/office/powerpoint/2010/main" val="3857990184"/>
              </p:ext>
            </p:extLst>
          </p:nvPr>
        </p:nvGraphicFramePr>
        <p:xfrm>
          <a:off x="1484230" y="24905541"/>
          <a:ext cx="14268227" cy="4193036"/>
        </p:xfrm>
        <a:graphic>
          <a:graphicData uri="http://schemas.openxmlformats.org/drawingml/2006/table">
            <a:tbl>
              <a:tblPr firstRow="1" bandRow="1">
                <a:tableStyleId>{5940675A-B579-460E-94D1-54222C63F5DA}</a:tableStyleId>
              </a:tblPr>
              <a:tblGrid>
                <a:gridCol w="2337484">
                  <a:extLst>
                    <a:ext uri="{9D8B030D-6E8A-4147-A177-3AD203B41FA5}">
                      <a16:colId xmlns:a16="http://schemas.microsoft.com/office/drawing/2014/main" val="3645212424"/>
                    </a:ext>
                  </a:extLst>
                </a:gridCol>
                <a:gridCol w="5562600">
                  <a:extLst>
                    <a:ext uri="{9D8B030D-6E8A-4147-A177-3AD203B41FA5}">
                      <a16:colId xmlns:a16="http://schemas.microsoft.com/office/drawing/2014/main" val="2016792647"/>
                    </a:ext>
                  </a:extLst>
                </a:gridCol>
                <a:gridCol w="6368143">
                  <a:extLst>
                    <a:ext uri="{9D8B030D-6E8A-4147-A177-3AD203B41FA5}">
                      <a16:colId xmlns:a16="http://schemas.microsoft.com/office/drawing/2014/main" val="847499284"/>
                    </a:ext>
                  </a:extLst>
                </a:gridCol>
              </a:tblGrid>
              <a:tr h="441351">
                <a:tc>
                  <a:txBody>
                    <a:bodyPr/>
                    <a:lstStyle/>
                    <a:p>
                      <a:pPr algn="ctr"/>
                      <a:r>
                        <a:rPr lang="en-US" sz="2400" dirty="0">
                          <a:latin typeface="+mn-lt"/>
                        </a:rPr>
                        <a:t>Network</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dirty="0">
                          <a:latin typeface="+mn-lt"/>
                        </a:rPr>
                        <a:t>Algorithm</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tc>
                  <a:txBody>
                    <a:bodyPr/>
                    <a:lstStyle/>
                    <a:p>
                      <a:pPr algn="ctr"/>
                      <a:r>
                        <a:rPr lang="en-US" sz="2400" dirty="0">
                          <a:latin typeface="+mn-lt"/>
                        </a:rPr>
                        <a:t>Parameters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rgbClr val="B9CDE5"/>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88255258"/>
                  </a:ext>
                </a:extLst>
              </a:tr>
              <a:tr h="731841">
                <a:tc>
                  <a:txBody>
                    <a:bodyPr/>
                    <a:lstStyle/>
                    <a:p>
                      <a:pPr marL="0" marR="0" algn="l"/>
                      <a:r>
                        <a:rPr lang="en-US" sz="2400" b="1" kern="0" dirty="0">
                          <a:effectLst/>
                        </a:rPr>
                        <a:t>Household</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All agents within a household are fully connected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0" dirty="0">
                          <a:effectLst/>
                        </a:rPr>
                        <a:t>N/A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5330827"/>
                  </a:ext>
                </a:extLst>
              </a:tr>
              <a:tr h="959726">
                <a:tc>
                  <a:txBody>
                    <a:bodyPr/>
                    <a:lstStyle/>
                    <a:p>
                      <a:pPr marL="0" marR="0" algn="l"/>
                      <a:r>
                        <a:rPr lang="en-US" sz="2400" b="1" kern="0">
                          <a:effectLst/>
                        </a:rPr>
                        <a:t>School</a:t>
                      </a:r>
                      <a:endParaRPr lang="en-US" sz="2400" b="1"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Stochastic Block Model within each school</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0" dirty="0">
                          <a:effectLst/>
                        </a:rPr>
                        <a:t>Assortativity: ⍺=0.9</a:t>
                      </a:r>
                      <a:endParaRPr lang="en-US" sz="2400" kern="100" dirty="0">
                        <a:effectLst/>
                      </a:endParaRPr>
                    </a:p>
                    <a:p>
                      <a:pPr marL="285750" marR="0" indent="-285750">
                        <a:buFont typeface="Arial" panose="020B0604020202020204" pitchFamily="34" charset="0"/>
                        <a:buChar char="•"/>
                      </a:pPr>
                      <a:r>
                        <a:rPr lang="en-US" sz="2400" kern="0" dirty="0">
                          <a:effectLst/>
                        </a:rPr>
                        <a:t>Mean degree: K=12</a:t>
                      </a:r>
                      <a:endParaRPr lang="en-US" sz="2400" kern="100" dirty="0">
                        <a:effectLst/>
                      </a:endParaRPr>
                    </a:p>
                    <a:p>
                      <a:pPr marL="285750" marR="0" indent="-285750">
                        <a:buFont typeface="Arial" panose="020B0604020202020204" pitchFamily="34" charset="0"/>
                        <a:buChar char="•"/>
                      </a:pPr>
                      <a:r>
                        <a:rPr lang="en-US" sz="2400" kern="0" dirty="0">
                          <a:effectLst/>
                        </a:rPr>
                        <a:t>Blocks are grade levels (Pre-k – 12)</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82797396"/>
                  </a:ext>
                </a:extLst>
              </a:tr>
              <a:tr h="1175195">
                <a:tc>
                  <a:txBody>
                    <a:bodyPr/>
                    <a:lstStyle/>
                    <a:p>
                      <a:pPr marL="0" marR="0" algn="l"/>
                      <a:r>
                        <a:rPr lang="en-US" sz="2400" b="1" kern="0">
                          <a:effectLst/>
                        </a:rPr>
                        <a:t>Workplace</a:t>
                      </a:r>
                      <a:endParaRPr lang="en-US" sz="2400" b="1"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Stochastic Block Model within each workplace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0" dirty="0">
                          <a:effectLst/>
                        </a:rPr>
                        <a:t>Assortativity: ⍺=0.9</a:t>
                      </a:r>
                      <a:endParaRPr lang="en-US" sz="2400" kern="100" dirty="0">
                        <a:effectLst/>
                      </a:endParaRPr>
                    </a:p>
                    <a:p>
                      <a:pPr marL="285750" marR="0" indent="-285750">
                        <a:buFont typeface="Arial" panose="020B0604020202020204" pitchFamily="34" charset="0"/>
                        <a:buChar char="•"/>
                      </a:pPr>
                      <a:r>
                        <a:rPr lang="en-US" sz="2400" kern="0" dirty="0">
                          <a:effectLst/>
                        </a:rPr>
                        <a:t>Mean degree: K=8</a:t>
                      </a:r>
                      <a:endParaRPr lang="en-US" sz="2400" kern="100" dirty="0">
                        <a:effectLst/>
                      </a:endParaRPr>
                    </a:p>
                    <a:p>
                      <a:pPr marL="285750" marR="0" indent="-285750">
                        <a:buFont typeface="Arial" panose="020B0604020202020204" pitchFamily="34" charset="0"/>
                        <a:buChar char="•"/>
                      </a:pPr>
                      <a:r>
                        <a:rPr lang="en-US" sz="2400" kern="0" dirty="0">
                          <a:effectLst/>
                        </a:rPr>
                        <a:t>Blocks are income levels (&lt;40k or ≥ 40k)</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2849406"/>
                  </a:ext>
                </a:extLst>
              </a:tr>
              <a:tr h="139183">
                <a:tc>
                  <a:txBody>
                    <a:bodyPr/>
                    <a:lstStyle/>
                    <a:p>
                      <a:pPr marL="0" marR="0" algn="l"/>
                      <a:r>
                        <a:rPr lang="en-US" sz="2400" b="1" kern="0" dirty="0">
                          <a:effectLst/>
                        </a:rPr>
                        <a:t>Group quarters</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0" marR="0"/>
                      <a:r>
                        <a:rPr lang="en-US" sz="2400" kern="0" dirty="0">
                          <a:effectLst/>
                        </a:rPr>
                        <a:t>Watts-</a:t>
                      </a:r>
                      <a:r>
                        <a:rPr lang="en-US" sz="2400" kern="0" dirty="0" err="1">
                          <a:effectLst/>
                        </a:rPr>
                        <a:t>Strogatz</a:t>
                      </a:r>
                      <a:r>
                        <a:rPr lang="en-US" sz="2400" kern="0" dirty="0">
                          <a:effectLst/>
                        </a:rPr>
                        <a:t> Model</a:t>
                      </a:r>
                    </a:p>
                    <a:p>
                      <a:pPr marL="0" marR="0"/>
                      <a:r>
                        <a:rPr lang="en-US" sz="2400" kern="0" dirty="0">
                          <a:effectLst/>
                        </a:rPr>
                        <a:t>within each GQ facility</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marL="285750" marR="0" indent="-285750">
                        <a:buFont typeface="Arial" panose="020B0604020202020204" pitchFamily="34" charset="0"/>
                        <a:buChar char="•"/>
                      </a:pPr>
                      <a:r>
                        <a:rPr lang="en-US" sz="2400" kern="0" dirty="0">
                          <a:effectLst/>
                        </a:rPr>
                        <a:t>Mean degree: K=12</a:t>
                      </a:r>
                      <a:endParaRPr lang="en-US" sz="2400" kern="100" dirty="0">
                        <a:effectLst/>
                      </a:endParaRPr>
                    </a:p>
                    <a:p>
                      <a:pPr marL="285750" marR="0" indent="-285750">
                        <a:buFont typeface="Arial" panose="020B0604020202020204" pitchFamily="34" charset="0"/>
                        <a:buChar char="•"/>
                      </a:pPr>
                      <a:r>
                        <a:rPr lang="en-US" sz="2400" kern="0" dirty="0">
                          <a:effectLst/>
                        </a:rPr>
                        <a:t>Rewiring probability: β=0.25</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5812486"/>
                  </a:ext>
                </a:extLst>
              </a:tr>
            </a:tbl>
          </a:graphicData>
        </a:graphic>
      </p:graphicFrame>
      <p:sp>
        <p:nvSpPr>
          <p:cNvPr id="237" name="Rectangle 236">
            <a:extLst>
              <a:ext uri="{FF2B5EF4-FFF2-40B4-BE49-F238E27FC236}">
                <a16:creationId xmlns:a16="http://schemas.microsoft.com/office/drawing/2014/main" id="{611CF0DE-3E3E-FECF-2EF0-7387B1F6CF6A}"/>
              </a:ext>
            </a:extLst>
          </p:cNvPr>
          <p:cNvSpPr>
            <a:spLocks/>
          </p:cNvSpPr>
          <p:nvPr/>
        </p:nvSpPr>
        <p:spPr>
          <a:xfrm>
            <a:off x="0" y="42094610"/>
            <a:ext cx="30275213" cy="7687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1" name="Rounded Rectangle 240">
            <a:extLst>
              <a:ext uri="{FF2B5EF4-FFF2-40B4-BE49-F238E27FC236}">
                <a16:creationId xmlns:a16="http://schemas.microsoft.com/office/drawing/2014/main" id="{4DE54056-546A-F351-2DA1-8270E5402CC0}"/>
              </a:ext>
            </a:extLst>
          </p:cNvPr>
          <p:cNvSpPr/>
          <p:nvPr/>
        </p:nvSpPr>
        <p:spPr>
          <a:xfrm>
            <a:off x="22038377" y="4721523"/>
            <a:ext cx="7020577" cy="1561480"/>
          </a:xfrm>
          <a:prstGeom prst="roundRect">
            <a:avLst/>
          </a:prstGeom>
          <a:solidFill>
            <a:schemeClr val="tx2">
              <a:lumMod val="20000"/>
              <a:lumOff val="80000"/>
            </a:schemeClr>
          </a:solidFill>
          <a:ln w="190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github.com/ACCIDDA/GeoPops</a:t>
            </a:r>
          </a:p>
        </p:txBody>
      </p:sp>
      <p:pic>
        <p:nvPicPr>
          <p:cNvPr id="249" name="Picture 248">
            <a:extLst>
              <a:ext uri="{FF2B5EF4-FFF2-40B4-BE49-F238E27FC236}">
                <a16:creationId xmlns:a16="http://schemas.microsoft.com/office/drawing/2014/main" id="{A374A4C6-DC16-AAF9-22D0-F1898CA3278C}"/>
              </a:ext>
            </a:extLst>
          </p:cNvPr>
          <p:cNvPicPr>
            <a:picLocks noChangeAspect="1"/>
          </p:cNvPicPr>
          <p:nvPr/>
        </p:nvPicPr>
        <p:blipFill>
          <a:blip r:embed="rId6"/>
          <a:srcRect b="4822"/>
          <a:stretch>
            <a:fillRect/>
          </a:stretch>
        </p:blipFill>
        <p:spPr>
          <a:xfrm>
            <a:off x="25351607" y="24893119"/>
            <a:ext cx="2815604" cy="2958538"/>
          </a:xfrm>
          <a:prstGeom prst="rect">
            <a:avLst/>
          </a:prstGeom>
          <a:ln w="3175">
            <a:solidFill>
              <a:schemeClr val="bg1">
                <a:lumMod val="85000"/>
              </a:schemeClr>
            </a:solidFill>
          </a:ln>
        </p:spPr>
      </p:pic>
      <p:sp>
        <p:nvSpPr>
          <p:cNvPr id="251" name="TextBox 250">
            <a:extLst>
              <a:ext uri="{FF2B5EF4-FFF2-40B4-BE49-F238E27FC236}">
                <a16:creationId xmlns:a16="http://schemas.microsoft.com/office/drawing/2014/main" id="{6C1C2E7D-1708-086E-9177-A287EFB1C4A5}"/>
              </a:ext>
            </a:extLst>
          </p:cNvPr>
          <p:cNvSpPr txBox="1"/>
          <p:nvPr/>
        </p:nvSpPr>
        <p:spPr>
          <a:xfrm>
            <a:off x="17102606" y="23548626"/>
            <a:ext cx="317587" cy="406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a:t>
            </a:r>
          </a:p>
        </p:txBody>
      </p:sp>
      <p:grpSp>
        <p:nvGrpSpPr>
          <p:cNvPr id="91" name="Group 90">
            <a:extLst>
              <a:ext uri="{FF2B5EF4-FFF2-40B4-BE49-F238E27FC236}">
                <a16:creationId xmlns:a16="http://schemas.microsoft.com/office/drawing/2014/main" id="{896A0256-FDB4-32D8-9012-2A7A0E1C9638}"/>
              </a:ext>
            </a:extLst>
          </p:cNvPr>
          <p:cNvGrpSpPr/>
          <p:nvPr/>
        </p:nvGrpSpPr>
        <p:grpSpPr>
          <a:xfrm>
            <a:off x="5094311" y="12758737"/>
            <a:ext cx="10107064" cy="3530550"/>
            <a:chOff x="23125981" y="14064704"/>
            <a:chExt cx="6298230" cy="2200067"/>
          </a:xfrm>
        </p:grpSpPr>
        <p:grpSp>
          <p:nvGrpSpPr>
            <p:cNvPr id="90" name="Group 89">
              <a:extLst>
                <a:ext uri="{FF2B5EF4-FFF2-40B4-BE49-F238E27FC236}">
                  <a16:creationId xmlns:a16="http://schemas.microsoft.com/office/drawing/2014/main" id="{BEF78343-593A-807F-398C-82113EFFFF8C}"/>
                </a:ext>
              </a:extLst>
            </p:cNvPr>
            <p:cNvGrpSpPr/>
            <p:nvPr/>
          </p:nvGrpSpPr>
          <p:grpSpPr>
            <a:xfrm>
              <a:off x="23503007" y="14716006"/>
              <a:ext cx="1714748" cy="1169670"/>
              <a:chOff x="24019827" y="13745774"/>
              <a:chExt cx="1714748" cy="1169670"/>
            </a:xfrm>
          </p:grpSpPr>
          <p:pic>
            <p:nvPicPr>
              <p:cNvPr id="78" name="Picture 77" descr="A grey house with a door&#10;&#10;Description automatically generated">
                <a:extLst>
                  <a:ext uri="{FF2B5EF4-FFF2-40B4-BE49-F238E27FC236}">
                    <a16:creationId xmlns:a16="http://schemas.microsoft.com/office/drawing/2014/main" id="{BCF5CDDE-179F-DB2D-3A28-4A4195728C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19827" y="14199920"/>
                <a:ext cx="708660" cy="708660"/>
              </a:xfrm>
              <a:prstGeom prst="rect">
                <a:avLst/>
              </a:prstGeom>
            </p:spPr>
          </p:pic>
          <p:pic>
            <p:nvPicPr>
              <p:cNvPr id="79" name="Picture 78" descr="A grey house with a door&#10;&#10;Description automatically generated">
                <a:extLst>
                  <a:ext uri="{FF2B5EF4-FFF2-40B4-BE49-F238E27FC236}">
                    <a16:creationId xmlns:a16="http://schemas.microsoft.com/office/drawing/2014/main" id="{519D1295-F12F-7779-5F62-AFF7652793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551447" y="13745774"/>
                <a:ext cx="708660" cy="708660"/>
              </a:xfrm>
              <a:prstGeom prst="rect">
                <a:avLst/>
              </a:prstGeom>
            </p:spPr>
          </p:pic>
          <p:pic>
            <p:nvPicPr>
              <p:cNvPr id="80" name="Picture 79" descr="A grey house with a door&#10;&#10;Description automatically generated">
                <a:extLst>
                  <a:ext uri="{FF2B5EF4-FFF2-40B4-BE49-F238E27FC236}">
                    <a16:creationId xmlns:a16="http://schemas.microsoft.com/office/drawing/2014/main" id="{75FD6547-14E4-CF42-9564-E1F3D5A20EB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025915" y="14206784"/>
                <a:ext cx="708660" cy="708660"/>
              </a:xfrm>
              <a:prstGeom prst="rect">
                <a:avLst/>
              </a:prstGeom>
            </p:spPr>
          </p:pic>
        </p:grpSp>
        <p:pic>
          <p:nvPicPr>
            <p:cNvPr id="83" name="Picture 82" descr="A blue line drawing of a graph&#10;&#10;Description automatically generated">
              <a:extLst>
                <a:ext uri="{FF2B5EF4-FFF2-40B4-BE49-F238E27FC236}">
                  <a16:creationId xmlns:a16="http://schemas.microsoft.com/office/drawing/2014/main" id="{52758923-B484-EAE6-FD26-EA242BAEB1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506138" y="14584561"/>
              <a:ext cx="1680210" cy="1680210"/>
            </a:xfrm>
            <a:prstGeom prst="rect">
              <a:avLst/>
            </a:prstGeom>
          </p:spPr>
        </p:pic>
        <p:sp>
          <p:nvSpPr>
            <p:cNvPr id="84" name="TextBox 83">
              <a:extLst>
                <a:ext uri="{FF2B5EF4-FFF2-40B4-BE49-F238E27FC236}">
                  <a16:creationId xmlns:a16="http://schemas.microsoft.com/office/drawing/2014/main" id="{9C65EA26-B120-5C3A-241E-481AA273E22F}"/>
                </a:ext>
              </a:extLst>
            </p:cNvPr>
            <p:cNvSpPr txBox="1"/>
            <p:nvPr/>
          </p:nvSpPr>
          <p:spPr>
            <a:xfrm>
              <a:off x="23125981" y="14097238"/>
              <a:ext cx="2342391" cy="455570"/>
            </a:xfrm>
            <a:prstGeom prst="rect">
              <a:avLst/>
            </a:prstGeom>
            <a:noFill/>
          </p:spPr>
          <p:txBody>
            <a:bodyPr wrap="square">
              <a:spAutoFit/>
            </a:bodyPr>
            <a:lstStyle/>
            <a:p>
              <a:pPr algn="ctr"/>
              <a:r>
                <a:rPr lang="en-US" sz="2400" dirty="0"/>
                <a:t>Public Use Microdata </a:t>
              </a:r>
            </a:p>
            <a:p>
              <a:pPr algn="ctr"/>
              <a:r>
                <a:rPr lang="en-US" sz="2400" dirty="0"/>
                <a:t>Samples (PUMS)</a:t>
              </a:r>
            </a:p>
          </p:txBody>
        </p:sp>
        <p:sp>
          <p:nvSpPr>
            <p:cNvPr id="85" name="TextBox 84">
              <a:extLst>
                <a:ext uri="{FF2B5EF4-FFF2-40B4-BE49-F238E27FC236}">
                  <a16:creationId xmlns:a16="http://schemas.microsoft.com/office/drawing/2014/main" id="{11E3E791-AC20-A534-B0DF-A44C4087379A}"/>
                </a:ext>
              </a:extLst>
            </p:cNvPr>
            <p:cNvSpPr txBox="1"/>
            <p:nvPr/>
          </p:nvSpPr>
          <p:spPr>
            <a:xfrm>
              <a:off x="27506138" y="14093441"/>
              <a:ext cx="1918073" cy="517837"/>
            </a:xfrm>
            <a:prstGeom prst="rect">
              <a:avLst/>
            </a:prstGeom>
            <a:noFill/>
          </p:spPr>
          <p:txBody>
            <a:bodyPr wrap="square">
              <a:spAutoFit/>
            </a:bodyPr>
            <a:lstStyle/>
            <a:p>
              <a:pPr algn="ctr"/>
              <a:r>
                <a:rPr lang="en-US" sz="2400" dirty="0"/>
                <a:t>American Community Survey (ACS)</a:t>
              </a:r>
            </a:p>
          </p:txBody>
        </p:sp>
        <p:cxnSp>
          <p:nvCxnSpPr>
            <p:cNvPr id="86" name="Straight Arrow Connector 85">
              <a:extLst>
                <a:ext uri="{FF2B5EF4-FFF2-40B4-BE49-F238E27FC236}">
                  <a16:creationId xmlns:a16="http://schemas.microsoft.com/office/drawing/2014/main" id="{5DBCD7F4-1EA4-DD42-B111-8E3EAE5F2D81}"/>
                </a:ext>
              </a:extLst>
            </p:cNvPr>
            <p:cNvCxnSpPr>
              <a:cxnSpLocks/>
            </p:cNvCxnSpPr>
            <p:nvPr/>
          </p:nvCxnSpPr>
          <p:spPr>
            <a:xfrm>
              <a:off x="25217755" y="14931486"/>
              <a:ext cx="2226607" cy="0"/>
            </a:xfrm>
            <a:prstGeom prst="straightConnector1">
              <a:avLst/>
            </a:prstGeom>
            <a:ln w="85725">
              <a:tailEnd type="triangle"/>
            </a:ln>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B5491AB2-1553-60B7-D8AA-E93DD896484D}"/>
                </a:ext>
              </a:extLst>
            </p:cNvPr>
            <p:cNvSpPr txBox="1"/>
            <p:nvPr/>
          </p:nvSpPr>
          <p:spPr>
            <a:xfrm>
              <a:off x="25558918" y="14064704"/>
              <a:ext cx="1468926" cy="1668585"/>
            </a:xfrm>
            <a:prstGeom prst="rect">
              <a:avLst/>
            </a:prstGeom>
            <a:solidFill>
              <a:schemeClr val="bg1"/>
            </a:solidFill>
          </p:spPr>
          <p:txBody>
            <a:bodyPr wrap="square">
              <a:spAutoFit/>
            </a:bodyPr>
            <a:lstStyle/>
            <a:p>
              <a:pPr algn="ctr"/>
              <a:r>
                <a:rPr lang="en-US" sz="2400" dirty="0"/>
                <a:t>CO samples households from PUMS until a set is found that reasonably matches ACS targets</a:t>
              </a:r>
            </a:p>
          </p:txBody>
        </p:sp>
      </p:grpSp>
      <p:sp>
        <p:nvSpPr>
          <p:cNvPr id="74" name="TextBox 73">
            <a:extLst>
              <a:ext uri="{FF2B5EF4-FFF2-40B4-BE49-F238E27FC236}">
                <a16:creationId xmlns:a16="http://schemas.microsoft.com/office/drawing/2014/main" id="{B4C483DA-E342-6EDD-4575-340ECF8B98A2}"/>
              </a:ext>
            </a:extLst>
          </p:cNvPr>
          <p:cNvSpPr txBox="1"/>
          <p:nvPr/>
        </p:nvSpPr>
        <p:spPr>
          <a:xfrm>
            <a:off x="17229432" y="28221863"/>
            <a:ext cx="1203235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Visualization and table snippet of school network. </a:t>
            </a:r>
            <a:r>
              <a:rPr lang="en-US" sz="2400" dirty="0"/>
              <a:t>(A) Nodes are students or teachers clustered in grades within schools. (B) Same graph in Starsim tabular format where beta is the weight of the connection between person one and person two.</a:t>
            </a:r>
          </a:p>
        </p:txBody>
      </p:sp>
      <p:sp>
        <p:nvSpPr>
          <p:cNvPr id="45" name="Triangle 44">
            <a:extLst>
              <a:ext uri="{FF2B5EF4-FFF2-40B4-BE49-F238E27FC236}">
                <a16:creationId xmlns:a16="http://schemas.microsoft.com/office/drawing/2014/main" id="{4F9B9053-F433-0063-5647-FEC660A463B1}"/>
              </a:ext>
            </a:extLst>
          </p:cNvPr>
          <p:cNvSpPr/>
          <p:nvPr/>
        </p:nvSpPr>
        <p:spPr>
          <a:xfrm rot="10800000">
            <a:off x="5281238" y="23297652"/>
            <a:ext cx="6199567" cy="726345"/>
          </a:xfrm>
          <a:prstGeom prst="triangle">
            <a:avLst>
              <a:gd name="adj" fmla="val 49253"/>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B12DDAEA-D2A0-7905-8F21-AAC8B010BC8A}"/>
              </a:ext>
            </a:extLst>
          </p:cNvPr>
          <p:cNvSpPr/>
          <p:nvPr/>
        </p:nvSpPr>
        <p:spPr>
          <a:xfrm>
            <a:off x="1013413" y="9355729"/>
            <a:ext cx="15261531" cy="104136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ysClr val="windowText" lastClr="000000"/>
                </a:solidFill>
              </a:rPr>
              <a:t>Methodology</a:t>
            </a:r>
          </a:p>
        </p:txBody>
      </p:sp>
      <p:sp>
        <p:nvSpPr>
          <p:cNvPr id="48" name="Rectangle 47">
            <a:extLst>
              <a:ext uri="{FF2B5EF4-FFF2-40B4-BE49-F238E27FC236}">
                <a16:creationId xmlns:a16="http://schemas.microsoft.com/office/drawing/2014/main" id="{C5F6366C-6ABD-80D2-4657-B68C25E76C4B}"/>
              </a:ext>
            </a:extLst>
          </p:cNvPr>
          <p:cNvSpPr/>
          <p:nvPr/>
        </p:nvSpPr>
        <p:spPr>
          <a:xfrm>
            <a:off x="1013414" y="30171594"/>
            <a:ext cx="28248375" cy="104136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ysClr val="windowText" lastClr="000000"/>
                </a:solidFill>
              </a:rPr>
              <a:t>Demonstration (</a:t>
            </a:r>
            <a:r>
              <a:rPr lang="en-US" sz="4000" b="1">
                <a:solidFill>
                  <a:sysClr val="windowText" lastClr="000000"/>
                </a:solidFill>
              </a:rPr>
              <a:t>NOT REALISTIC APPLICATION!)</a:t>
            </a:r>
            <a:endParaRPr lang="en-US" sz="4000" b="1" dirty="0">
              <a:solidFill>
                <a:sysClr val="windowText" lastClr="000000"/>
              </a:solidFill>
            </a:endParaRPr>
          </a:p>
        </p:txBody>
      </p:sp>
      <p:sp>
        <p:nvSpPr>
          <p:cNvPr id="49" name="Rectangle 48">
            <a:extLst>
              <a:ext uri="{FF2B5EF4-FFF2-40B4-BE49-F238E27FC236}">
                <a16:creationId xmlns:a16="http://schemas.microsoft.com/office/drawing/2014/main" id="{50942FCB-1A3B-16EC-419C-E206202686AE}"/>
              </a:ext>
            </a:extLst>
          </p:cNvPr>
          <p:cNvSpPr/>
          <p:nvPr/>
        </p:nvSpPr>
        <p:spPr>
          <a:xfrm>
            <a:off x="16844564" y="9342300"/>
            <a:ext cx="12603877" cy="1041366"/>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ysClr val="windowText" lastClr="000000"/>
                </a:solidFill>
              </a:rPr>
              <a:t>Usage</a:t>
            </a:r>
          </a:p>
        </p:txBody>
      </p:sp>
      <p:sp>
        <p:nvSpPr>
          <p:cNvPr id="50" name="Triangle 49">
            <a:extLst>
              <a:ext uri="{FF2B5EF4-FFF2-40B4-BE49-F238E27FC236}">
                <a16:creationId xmlns:a16="http://schemas.microsoft.com/office/drawing/2014/main" id="{E9F74991-DAA5-F015-37F9-726041D91CBD}"/>
              </a:ext>
            </a:extLst>
          </p:cNvPr>
          <p:cNvSpPr/>
          <p:nvPr/>
        </p:nvSpPr>
        <p:spPr>
          <a:xfrm rot="10800000">
            <a:off x="20134029" y="16659462"/>
            <a:ext cx="6199567" cy="726345"/>
          </a:xfrm>
          <a:prstGeom prst="triangle">
            <a:avLst>
              <a:gd name="adj" fmla="val 49253"/>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ounded Rectangle 72">
            <a:extLst>
              <a:ext uri="{FF2B5EF4-FFF2-40B4-BE49-F238E27FC236}">
                <a16:creationId xmlns:a16="http://schemas.microsoft.com/office/drawing/2014/main" id="{6A10B254-FE71-B8AD-D0BB-E7AE0078ED17}"/>
              </a:ext>
            </a:extLst>
          </p:cNvPr>
          <p:cNvSpPr/>
          <p:nvPr/>
        </p:nvSpPr>
        <p:spPr>
          <a:xfrm>
            <a:off x="22038378" y="6713342"/>
            <a:ext cx="7020578" cy="1561480"/>
          </a:xfrm>
          <a:prstGeom prst="roundRect">
            <a:avLst/>
          </a:prstGeom>
          <a:solidFill>
            <a:schemeClr val="tx2">
              <a:lumMod val="20000"/>
              <a:lumOff val="80000"/>
            </a:schemeClr>
          </a:solidFill>
          <a:ln w="190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pypi.org/project/geopops</a:t>
            </a:r>
          </a:p>
        </p:txBody>
      </p:sp>
      <p:sp>
        <p:nvSpPr>
          <p:cNvPr id="75" name="TextBox 74">
            <a:extLst>
              <a:ext uri="{FF2B5EF4-FFF2-40B4-BE49-F238E27FC236}">
                <a16:creationId xmlns:a16="http://schemas.microsoft.com/office/drawing/2014/main" id="{2E122BE3-568B-78EF-1825-9F856892B4AC}"/>
              </a:ext>
            </a:extLst>
          </p:cNvPr>
          <p:cNvSpPr txBox="1"/>
          <p:nvPr/>
        </p:nvSpPr>
        <p:spPr>
          <a:xfrm>
            <a:off x="24953022" y="23550605"/>
            <a:ext cx="317587" cy="406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B</a:t>
            </a:r>
          </a:p>
        </p:txBody>
      </p:sp>
      <p:pic>
        <p:nvPicPr>
          <p:cNvPr id="7" name="Picture 6" descr="A logo with white letters&#10;&#10;AI-generated content may be incorrect.">
            <a:extLst>
              <a:ext uri="{FF2B5EF4-FFF2-40B4-BE49-F238E27FC236}">
                <a16:creationId xmlns:a16="http://schemas.microsoft.com/office/drawing/2014/main" id="{8E3B240B-4475-18A9-7BE3-9CE311553DE5}"/>
              </a:ext>
            </a:extLst>
          </p:cNvPr>
          <p:cNvPicPr>
            <a:picLocks noChangeAspect="1"/>
          </p:cNvPicPr>
          <p:nvPr/>
        </p:nvPicPr>
        <p:blipFill>
          <a:blip r:embed="rId9"/>
          <a:stretch>
            <a:fillRect/>
          </a:stretch>
        </p:blipFill>
        <p:spPr>
          <a:xfrm>
            <a:off x="26009600" y="893765"/>
            <a:ext cx="3564444" cy="931880"/>
          </a:xfrm>
          <a:prstGeom prst="rect">
            <a:avLst/>
          </a:prstGeom>
        </p:spPr>
      </p:pic>
      <p:sp>
        <p:nvSpPr>
          <p:cNvPr id="8" name="Rounded Rectangle 7">
            <a:extLst>
              <a:ext uri="{FF2B5EF4-FFF2-40B4-BE49-F238E27FC236}">
                <a16:creationId xmlns:a16="http://schemas.microsoft.com/office/drawing/2014/main" id="{85EC7825-FDDC-F599-73CF-049DA5C9C5B0}"/>
              </a:ext>
            </a:extLst>
          </p:cNvPr>
          <p:cNvSpPr/>
          <p:nvPr/>
        </p:nvSpPr>
        <p:spPr>
          <a:xfrm>
            <a:off x="1670348" y="31719021"/>
            <a:ext cx="10039052" cy="7620638"/>
          </a:xfrm>
          <a:prstGeom prst="roundRect">
            <a:avLst/>
          </a:prstGeom>
          <a:solidFill>
            <a:schemeClr val="bg1"/>
          </a:solidFill>
          <a:ln w="635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2400" b="1" dirty="0">
              <a:solidFill>
                <a:schemeClr val="tx1"/>
              </a:solidFill>
            </a:endParaRPr>
          </a:p>
          <a:p>
            <a:endParaRPr lang="en-US" sz="2400" b="1" dirty="0">
              <a:solidFill>
                <a:schemeClr val="tx1"/>
              </a:solidFill>
            </a:endParaRPr>
          </a:p>
        </p:txBody>
      </p:sp>
      <p:sp>
        <p:nvSpPr>
          <p:cNvPr id="9" name="Rounded Rectangle 8">
            <a:extLst>
              <a:ext uri="{FF2B5EF4-FFF2-40B4-BE49-F238E27FC236}">
                <a16:creationId xmlns:a16="http://schemas.microsoft.com/office/drawing/2014/main" id="{59C1FE15-9D4E-15E1-61F1-ADD8B6348133}"/>
              </a:ext>
            </a:extLst>
          </p:cNvPr>
          <p:cNvSpPr/>
          <p:nvPr/>
        </p:nvSpPr>
        <p:spPr>
          <a:xfrm>
            <a:off x="6323697" y="32375042"/>
            <a:ext cx="4649104" cy="2161344"/>
          </a:xfrm>
          <a:prstGeom prst="roundRect">
            <a:avLst/>
          </a:prstGeom>
          <a:solidFill>
            <a:schemeClr val="tx2">
              <a:lumMod val="20000"/>
              <a:lumOff val="80000"/>
            </a:schemeClr>
          </a:solidFill>
          <a:ln w="63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dirty="0">
                <a:solidFill>
                  <a:schemeClr val="tx1"/>
                </a:solidFill>
              </a:rPr>
              <a:t>SIR model</a:t>
            </a:r>
          </a:p>
          <a:p>
            <a:pPr marL="285750" indent="-285750">
              <a:buFont typeface="Arial" panose="020B0604020202020204" pitchFamily="34" charset="0"/>
              <a:buChar char="•"/>
            </a:pPr>
            <a:r>
              <a:rPr lang="en-US" sz="2400" dirty="0">
                <a:solidFill>
                  <a:schemeClr val="tx1"/>
                </a:solidFill>
              </a:rPr>
              <a:t>Respiratory disease</a:t>
            </a:r>
          </a:p>
          <a:p>
            <a:pPr marL="285750" indent="-285750">
              <a:buFont typeface="Arial" panose="020B0604020202020204" pitchFamily="34" charset="0"/>
              <a:buChar char="•"/>
            </a:pPr>
            <a:r>
              <a:rPr lang="en-US" sz="2400" dirty="0">
                <a:solidFill>
                  <a:schemeClr val="tx1"/>
                </a:solidFill>
              </a:rPr>
              <a:t>Infection duration ~7 days</a:t>
            </a:r>
          </a:p>
          <a:p>
            <a:pPr marL="285750" indent="-285750">
              <a:buFont typeface="Arial" panose="020B0604020202020204" pitchFamily="34" charset="0"/>
              <a:buChar char="•"/>
            </a:pPr>
            <a:r>
              <a:rPr lang="en-US" sz="2400" dirty="0">
                <a:solidFill>
                  <a:schemeClr val="tx1"/>
                </a:solidFill>
              </a:rPr>
              <a:t>Transmission coefficient ~0.1</a:t>
            </a:r>
          </a:p>
          <a:p>
            <a:pPr marL="285750" indent="-285750">
              <a:buFont typeface="Arial" panose="020B0604020202020204" pitchFamily="34" charset="0"/>
              <a:buChar char="•"/>
            </a:pPr>
            <a:r>
              <a:rPr lang="en-US" sz="2400" dirty="0">
                <a:solidFill>
                  <a:schemeClr val="tx1"/>
                </a:solidFill>
              </a:rPr>
              <a:t>50-day simulation</a:t>
            </a:r>
          </a:p>
        </p:txBody>
      </p:sp>
      <p:sp>
        <p:nvSpPr>
          <p:cNvPr id="10" name="Rounded Rectangle 9">
            <a:extLst>
              <a:ext uri="{FF2B5EF4-FFF2-40B4-BE49-F238E27FC236}">
                <a16:creationId xmlns:a16="http://schemas.microsoft.com/office/drawing/2014/main" id="{9BB4113B-378E-A79E-DD39-BE5FCA3EE601}"/>
              </a:ext>
            </a:extLst>
          </p:cNvPr>
          <p:cNvSpPr/>
          <p:nvPr/>
        </p:nvSpPr>
        <p:spPr>
          <a:xfrm>
            <a:off x="6323698" y="34904347"/>
            <a:ext cx="4649103" cy="1600302"/>
          </a:xfrm>
          <a:prstGeom prst="roundRect">
            <a:avLst/>
          </a:prstGeom>
          <a:solidFill>
            <a:schemeClr val="tx2">
              <a:lumMod val="20000"/>
              <a:lumOff val="80000"/>
            </a:schemeClr>
          </a:solidFill>
          <a:ln w="63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400" b="1" dirty="0">
                <a:solidFill>
                  <a:schemeClr val="tx1"/>
                </a:solidFill>
              </a:rPr>
              <a:t>Feedback module</a:t>
            </a:r>
          </a:p>
          <a:p>
            <a:pPr marL="285750" indent="-285750">
              <a:buFont typeface="Arial" panose="020B0604020202020204" pitchFamily="34" charset="0"/>
              <a:buChar char="•"/>
            </a:pPr>
            <a:r>
              <a:rPr lang="en-US" sz="2400" dirty="0">
                <a:solidFill>
                  <a:schemeClr val="tx1"/>
                </a:solidFill>
              </a:rPr>
              <a:t>Removes edges of school network when prevalence &gt; 0.1</a:t>
            </a:r>
          </a:p>
        </p:txBody>
      </p:sp>
      <p:sp>
        <p:nvSpPr>
          <p:cNvPr id="11" name="Rounded Rectangle 10">
            <a:extLst>
              <a:ext uri="{FF2B5EF4-FFF2-40B4-BE49-F238E27FC236}">
                <a16:creationId xmlns:a16="http://schemas.microsoft.com/office/drawing/2014/main" id="{05A3BB6B-DE72-F1F0-24B9-21019C0FE327}"/>
              </a:ext>
            </a:extLst>
          </p:cNvPr>
          <p:cNvSpPr/>
          <p:nvPr/>
        </p:nvSpPr>
        <p:spPr>
          <a:xfrm>
            <a:off x="6323696" y="36888333"/>
            <a:ext cx="4649103" cy="1604456"/>
          </a:xfrm>
          <a:prstGeom prst="roundRect">
            <a:avLst/>
          </a:prstGeom>
          <a:solidFill>
            <a:schemeClr val="tx2">
              <a:lumMod val="20000"/>
              <a:lumOff val="80000"/>
            </a:schemeClr>
          </a:solidFill>
          <a:ln w="63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Subgroup Tracking</a:t>
            </a:r>
          </a:p>
          <a:p>
            <a:pPr marL="285750" indent="-285750">
              <a:buFont typeface="Arial" panose="020B0604020202020204" pitchFamily="34" charset="0"/>
              <a:buChar char="•"/>
            </a:pPr>
            <a:r>
              <a:rPr lang="en-US" sz="2400" dirty="0">
                <a:solidFill>
                  <a:schemeClr val="tx1"/>
                </a:solidFill>
              </a:rPr>
              <a:t>Infections by age and CBG</a:t>
            </a:r>
          </a:p>
        </p:txBody>
      </p:sp>
      <p:sp>
        <p:nvSpPr>
          <p:cNvPr id="12" name="Rounded Rectangle 11">
            <a:extLst>
              <a:ext uri="{FF2B5EF4-FFF2-40B4-BE49-F238E27FC236}">
                <a16:creationId xmlns:a16="http://schemas.microsoft.com/office/drawing/2014/main" id="{8FFC1455-59BD-F005-C015-0B6C56308D35}"/>
              </a:ext>
            </a:extLst>
          </p:cNvPr>
          <p:cNvSpPr/>
          <p:nvPr/>
        </p:nvSpPr>
        <p:spPr>
          <a:xfrm>
            <a:off x="2307526" y="34900193"/>
            <a:ext cx="3391818" cy="1604456"/>
          </a:xfrm>
          <a:prstGeom prst="roundRect">
            <a:avLst/>
          </a:prstGeom>
          <a:solidFill>
            <a:schemeClr val="tx2">
              <a:lumMod val="20000"/>
              <a:lumOff val="80000"/>
            </a:schemeClr>
          </a:solidFill>
          <a:ln w="63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GeoPops agents</a:t>
            </a:r>
          </a:p>
        </p:txBody>
      </p:sp>
      <p:sp>
        <p:nvSpPr>
          <p:cNvPr id="14" name="Rounded Rectangle 13">
            <a:extLst>
              <a:ext uri="{FF2B5EF4-FFF2-40B4-BE49-F238E27FC236}">
                <a16:creationId xmlns:a16="http://schemas.microsoft.com/office/drawing/2014/main" id="{063E9D93-B3B8-6091-6FAC-8F5B4FEAD579}"/>
              </a:ext>
            </a:extLst>
          </p:cNvPr>
          <p:cNvSpPr/>
          <p:nvPr/>
        </p:nvSpPr>
        <p:spPr>
          <a:xfrm>
            <a:off x="2307524" y="36888333"/>
            <a:ext cx="3391818" cy="1604456"/>
          </a:xfrm>
          <a:prstGeom prst="roundRect">
            <a:avLst/>
          </a:prstGeom>
          <a:solidFill>
            <a:schemeClr val="tx2">
              <a:lumMod val="20000"/>
              <a:lumOff val="80000"/>
            </a:schemeClr>
          </a:solidFill>
          <a:ln w="63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GeoPops networks</a:t>
            </a:r>
          </a:p>
        </p:txBody>
      </p:sp>
      <p:sp>
        <p:nvSpPr>
          <p:cNvPr id="15" name="TextBox 14">
            <a:extLst>
              <a:ext uri="{FF2B5EF4-FFF2-40B4-BE49-F238E27FC236}">
                <a16:creationId xmlns:a16="http://schemas.microsoft.com/office/drawing/2014/main" id="{4AAA5B83-1555-B177-567B-39625BD53B77}"/>
              </a:ext>
            </a:extLst>
          </p:cNvPr>
          <p:cNvSpPr txBox="1"/>
          <p:nvPr/>
        </p:nvSpPr>
        <p:spPr>
          <a:xfrm>
            <a:off x="2734551" y="32383905"/>
            <a:ext cx="2582864" cy="2062103"/>
          </a:xfrm>
          <a:prstGeom prst="rect">
            <a:avLst/>
          </a:prstGeom>
          <a:noFill/>
        </p:spPr>
        <p:txBody>
          <a:bodyPr wrap="square" rtlCol="0">
            <a:spAutoFit/>
          </a:bodyPr>
          <a:lstStyle/>
          <a:p>
            <a:pPr algn="ctr"/>
            <a:r>
              <a:rPr lang="en-US" sz="3200" b="1" dirty="0"/>
              <a:t>Pass these components into Starsim</a:t>
            </a:r>
          </a:p>
          <a:p>
            <a:pPr algn="ctr"/>
            <a:r>
              <a:rPr lang="en-US" sz="3200" b="1" dirty="0"/>
              <a:t>simulation</a:t>
            </a:r>
            <a:endParaRPr lang="en-US" sz="3200" dirty="0"/>
          </a:p>
        </p:txBody>
      </p:sp>
      <p:pic>
        <p:nvPicPr>
          <p:cNvPr id="17" name="Picture 16" descr="A graph of static and dynamic school network&#10;&#10;AI-generated content may be incorrect.">
            <a:extLst>
              <a:ext uri="{FF2B5EF4-FFF2-40B4-BE49-F238E27FC236}">
                <a16:creationId xmlns:a16="http://schemas.microsoft.com/office/drawing/2014/main" id="{05ABA0B9-B55A-63A4-08E9-4F40454400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394612" y="32181396"/>
            <a:ext cx="5025581" cy="3178972"/>
          </a:xfrm>
          <a:prstGeom prst="rect">
            <a:avLst/>
          </a:prstGeom>
        </p:spPr>
      </p:pic>
      <p:pic>
        <p:nvPicPr>
          <p:cNvPr id="18" name="Picture 17" descr="A graph of infection by age group&#10;&#10;AI-generated content may be incorrect.">
            <a:extLst>
              <a:ext uri="{FF2B5EF4-FFF2-40B4-BE49-F238E27FC236}">
                <a16:creationId xmlns:a16="http://schemas.microsoft.com/office/drawing/2014/main" id="{50679EE2-4457-9C66-D79F-8E185AD5E99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394612" y="35658844"/>
            <a:ext cx="5025581" cy="2912665"/>
          </a:xfrm>
          <a:prstGeom prst="rect">
            <a:avLst/>
          </a:prstGeom>
        </p:spPr>
      </p:pic>
      <p:pic>
        <p:nvPicPr>
          <p:cNvPr id="19" name="Picture 18" descr="A map of a country with red and orange areas&#10;&#10;AI-generated content may be incorrect.">
            <a:extLst>
              <a:ext uri="{FF2B5EF4-FFF2-40B4-BE49-F238E27FC236}">
                <a16:creationId xmlns:a16="http://schemas.microsoft.com/office/drawing/2014/main" id="{DE16DC51-D2F6-0DDB-0FD6-A435668CDC3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882786" y="32181396"/>
            <a:ext cx="10284425" cy="6390113"/>
          </a:xfrm>
          <a:prstGeom prst="rect">
            <a:avLst/>
          </a:prstGeom>
        </p:spPr>
      </p:pic>
      <p:cxnSp>
        <p:nvCxnSpPr>
          <p:cNvPr id="24" name="Straight Arrow Connector 23">
            <a:extLst>
              <a:ext uri="{FF2B5EF4-FFF2-40B4-BE49-F238E27FC236}">
                <a16:creationId xmlns:a16="http://schemas.microsoft.com/office/drawing/2014/main" id="{4DD57A70-68FB-C179-06E4-CF8427263D9F}"/>
              </a:ext>
            </a:extLst>
          </p:cNvPr>
          <p:cNvCxnSpPr>
            <a:stCxn id="10" idx="3"/>
          </p:cNvCxnSpPr>
          <p:nvPr/>
        </p:nvCxnSpPr>
        <p:spPr>
          <a:xfrm flipV="1">
            <a:off x="10972801" y="33702171"/>
            <a:ext cx="1421811" cy="2002327"/>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AEB830-8B28-0E73-C39F-F61A57D6FB31}"/>
              </a:ext>
            </a:extLst>
          </p:cNvPr>
          <p:cNvCxnSpPr>
            <a:cxnSpLocks/>
          </p:cNvCxnSpPr>
          <p:nvPr/>
        </p:nvCxnSpPr>
        <p:spPr>
          <a:xfrm>
            <a:off x="10998494" y="37448756"/>
            <a:ext cx="136784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BF436D97-634A-109A-3A6F-86CEA39E457B}"/>
              </a:ext>
            </a:extLst>
          </p:cNvPr>
          <p:cNvCxnSpPr>
            <a:cxnSpLocks/>
          </p:cNvCxnSpPr>
          <p:nvPr/>
        </p:nvCxnSpPr>
        <p:spPr>
          <a:xfrm>
            <a:off x="10998494" y="37874737"/>
            <a:ext cx="11527831" cy="1505835"/>
          </a:xfrm>
          <a:prstGeom prst="bentConnector3">
            <a:avLst>
              <a:gd name="adj1" fmla="val 9206"/>
            </a:avLst>
          </a:prstGeom>
          <a:ln w="63500"/>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20BD4DF-8F80-10C1-BACF-52C8900DA156}"/>
              </a:ext>
            </a:extLst>
          </p:cNvPr>
          <p:cNvCxnSpPr>
            <a:cxnSpLocks/>
          </p:cNvCxnSpPr>
          <p:nvPr/>
        </p:nvCxnSpPr>
        <p:spPr>
          <a:xfrm flipV="1">
            <a:off x="22526325" y="38571509"/>
            <a:ext cx="0" cy="81359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85F17E1A-8770-B947-1ACB-91D54106D987}"/>
              </a:ext>
            </a:extLst>
          </p:cNvPr>
          <p:cNvSpPr/>
          <p:nvPr/>
        </p:nvSpPr>
        <p:spPr>
          <a:xfrm>
            <a:off x="1013413" y="40183432"/>
            <a:ext cx="14388240" cy="15267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1828800"/>
            <a:r>
              <a:rPr lang="en-US" sz="1600" b="1" dirty="0">
                <a:solidFill>
                  <a:schemeClr val="tx1"/>
                </a:solidFill>
              </a:rPr>
              <a:t>References</a:t>
            </a:r>
          </a:p>
          <a:p>
            <a:pPr marL="457200" indent="-1828800"/>
            <a:r>
              <a:rPr lang="en-US" sz="1600" dirty="0">
                <a:solidFill>
                  <a:schemeClr val="tx1"/>
                </a:solidFill>
              </a:rPr>
              <a:t>Hamilton, Alisa, Sasha Tulchinsky, Gary Lin, Cliff Kerr, Eili Klein, and Lauren Gardner. 2025. GeoPops: Geographically Realistic Synthetic Population Generator. Johns Hopkins University and One Health Trust. </a:t>
            </a:r>
            <a:r>
              <a:rPr lang="en-US" sz="1600" dirty="0">
                <a:solidFill>
                  <a:schemeClr val="tx1"/>
                </a:solidFill>
                <a:hlinkClick r:id="rId13"/>
              </a:rPr>
              <a:t>https://</a:t>
            </a:r>
            <a:r>
              <a:rPr lang="en-US" sz="1600" dirty="0" err="1">
                <a:solidFill>
                  <a:schemeClr val="tx1"/>
                </a:solidFill>
                <a:hlinkClick r:id="rId13"/>
              </a:rPr>
              <a:t>github.com</a:t>
            </a:r>
            <a:r>
              <a:rPr lang="en-US" sz="1600" dirty="0">
                <a:solidFill>
                  <a:schemeClr val="tx1"/>
                </a:solidFill>
                <a:hlinkClick r:id="rId13"/>
              </a:rPr>
              <a:t>/ACCIDDA/GeoPops</a:t>
            </a:r>
            <a:r>
              <a:rPr lang="en-US" sz="1600" dirty="0">
                <a:solidFill>
                  <a:schemeClr val="tx1"/>
                </a:solidFill>
              </a:rPr>
              <a:t>.</a:t>
            </a:r>
          </a:p>
          <a:p>
            <a:pPr marL="457200" indent="-1828800"/>
            <a:r>
              <a:rPr lang="en-US" sz="1600" dirty="0">
                <a:solidFill>
                  <a:schemeClr val="tx1"/>
                </a:solidFill>
              </a:rPr>
              <a:t>Tulchinsky, Alexander, Fardad Haghpanah, Alisa Hamilton, Nodar Kipshidze, and Eili Klein. 2024. “Generating Geographically and Economically Realistic Large-Scale Synthetic Contact Networks: A General Method Using Publicly Available Data.” </a:t>
            </a:r>
            <a:r>
              <a:rPr lang="en-US" sz="1600" dirty="0" err="1">
                <a:solidFill>
                  <a:schemeClr val="tx1"/>
                </a:solidFill>
              </a:rPr>
              <a:t>arXiv</a:t>
            </a:r>
            <a:r>
              <a:rPr lang="en-US" sz="1600" dirty="0">
                <a:solidFill>
                  <a:schemeClr val="tx1"/>
                </a:solidFill>
              </a:rPr>
              <a:t>, ahead of print, June 20. </a:t>
            </a:r>
            <a:r>
              <a:rPr lang="en-US" sz="1600" dirty="0">
                <a:solidFill>
                  <a:schemeClr val="tx1"/>
                </a:solidFill>
                <a:hlinkClick r:id="rId14"/>
              </a:rPr>
              <a:t>https://doi.org/10.48550/arXiv.2406.14698</a:t>
            </a:r>
            <a:r>
              <a:rPr lang="en-US" sz="1600" dirty="0">
                <a:solidFill>
                  <a:schemeClr val="tx1"/>
                </a:solidFill>
              </a:rPr>
              <a:t>.</a:t>
            </a:r>
          </a:p>
          <a:p>
            <a:pPr marL="457200" indent="-1828800"/>
            <a:r>
              <a:rPr lang="en-US" sz="1600" dirty="0">
                <a:solidFill>
                  <a:schemeClr val="tx1"/>
                </a:solidFill>
              </a:rPr>
              <a:t>Kerr, Cliff, Robyn Stuart, Romesh </a:t>
            </a:r>
            <a:r>
              <a:rPr lang="en-US" sz="1600" dirty="0" err="1">
                <a:solidFill>
                  <a:schemeClr val="tx1"/>
                </a:solidFill>
              </a:rPr>
              <a:t>Abeysuriya</a:t>
            </a:r>
            <a:r>
              <a:rPr lang="en-US" sz="1600" dirty="0">
                <a:solidFill>
                  <a:schemeClr val="tx1"/>
                </a:solidFill>
              </a:rPr>
              <a:t>, et al. 2024. “Starsim: A Fast, Flexible Toolbox for Agent-Based Modeling of Health and Disease.” </a:t>
            </a:r>
            <a:r>
              <a:rPr lang="en-US" sz="1600" dirty="0">
                <a:solidFill>
                  <a:schemeClr val="tx1"/>
                </a:solidFill>
                <a:hlinkClick r:id="rId15"/>
              </a:rPr>
              <a:t>https://</a:t>
            </a:r>
            <a:r>
              <a:rPr lang="en-US" sz="1600" dirty="0" err="1">
                <a:solidFill>
                  <a:schemeClr val="tx1"/>
                </a:solidFill>
                <a:hlinkClick r:id="rId15"/>
              </a:rPr>
              <a:t>starsim.org</a:t>
            </a:r>
            <a:r>
              <a:rPr lang="en-US" sz="1600" dirty="0">
                <a:solidFill>
                  <a:schemeClr val="tx1"/>
                </a:solidFill>
                <a:hlinkClick r:id="rId15"/>
              </a:rPr>
              <a:t>/.</a:t>
            </a:r>
            <a:endParaRPr lang="en-US" sz="1600" dirty="0">
              <a:solidFill>
                <a:schemeClr val="tx1"/>
              </a:solidFill>
            </a:endParaRPr>
          </a:p>
        </p:txBody>
      </p:sp>
      <p:sp>
        <p:nvSpPr>
          <p:cNvPr id="37" name="Rectangle 36">
            <a:extLst>
              <a:ext uri="{FF2B5EF4-FFF2-40B4-BE49-F238E27FC236}">
                <a16:creationId xmlns:a16="http://schemas.microsoft.com/office/drawing/2014/main" id="{A9D521EB-340E-2B51-1B5C-D7418D76B401}"/>
              </a:ext>
            </a:extLst>
          </p:cNvPr>
          <p:cNvSpPr/>
          <p:nvPr/>
        </p:nvSpPr>
        <p:spPr>
          <a:xfrm>
            <a:off x="1364217" y="6694296"/>
            <a:ext cx="19461616" cy="13882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rtlCol="0" anchor="ctr"/>
          <a:lstStyle/>
          <a:p>
            <a:pPr marL="800100" lvl="1" indent="-342900">
              <a:buFont typeface="Arial" panose="020B0604020202020204" pitchFamily="34" charset="0"/>
              <a:buChar char="•"/>
            </a:pPr>
            <a:r>
              <a:rPr lang="en-US" sz="2400" dirty="0">
                <a:solidFill>
                  <a:schemeClr val="tx1"/>
                </a:solidFill>
              </a:rPr>
              <a:t>Wrapped in convenient Python package</a:t>
            </a:r>
          </a:p>
          <a:p>
            <a:pPr marL="800100" lvl="1" indent="-342900">
              <a:buFont typeface="Arial" panose="020B0604020202020204" pitchFamily="34" charset="0"/>
              <a:buChar char="•"/>
            </a:pPr>
            <a:r>
              <a:rPr lang="en-US" sz="2400" dirty="0">
                <a:solidFill>
                  <a:schemeClr val="tx1"/>
                </a:solidFill>
              </a:rPr>
              <a:t>Can be pip installed</a:t>
            </a:r>
          </a:p>
          <a:p>
            <a:pPr marL="800100" lvl="1" indent="-342900">
              <a:buFont typeface="Arial" panose="020B0604020202020204" pitchFamily="34" charset="0"/>
              <a:buChar char="•"/>
            </a:pPr>
            <a:r>
              <a:rPr lang="en-US" sz="2400" dirty="0">
                <a:solidFill>
                  <a:schemeClr val="tx1"/>
                </a:solidFill>
              </a:rPr>
              <a:t>Compatibility with Census data beyond 2019 (still developing)</a:t>
            </a:r>
          </a:p>
          <a:p>
            <a:pPr marL="800100" lvl="1" indent="-342900">
              <a:buFont typeface="Arial" panose="020B0604020202020204" pitchFamily="34" charset="0"/>
              <a:buChar char="•"/>
            </a:pPr>
            <a:r>
              <a:rPr lang="en-US" sz="2400" dirty="0">
                <a:solidFill>
                  <a:schemeClr val="tx1"/>
                </a:solidFill>
              </a:rPr>
              <a:t>Automated data downloading</a:t>
            </a:r>
          </a:p>
          <a:p>
            <a:pPr marL="800100" lvl="1" indent="-342900">
              <a:buFont typeface="Arial" panose="020B0604020202020204" pitchFamily="34" charset="0"/>
              <a:buChar char="•"/>
            </a:pPr>
            <a:r>
              <a:rPr lang="en-US" sz="2400" dirty="0">
                <a:solidFill>
                  <a:schemeClr val="tx1"/>
                </a:solidFill>
              </a:rPr>
              <a:t>Users can adjust all config parameters from the front-end</a:t>
            </a:r>
          </a:p>
          <a:p>
            <a:pPr marL="800100" lvl="1" indent="-342900">
              <a:buFont typeface="Arial" panose="020B0604020202020204" pitchFamily="34" charset="0"/>
              <a:buChar char="•"/>
            </a:pPr>
            <a:r>
              <a:rPr lang="en-US" sz="2400" dirty="0">
                <a:solidFill>
                  <a:schemeClr val="tx1"/>
                </a:solidFill>
              </a:rPr>
              <a:t>Compatibility with the agent-based modeling software Starsim</a:t>
            </a:r>
            <a:r>
              <a:rPr lang="en-US" sz="2400" baseline="30000" dirty="0">
                <a:solidFill>
                  <a:schemeClr val="tx1"/>
                </a:solidFill>
              </a:rPr>
              <a:t>3</a:t>
            </a:r>
            <a:endParaRPr lang="en-US" sz="2400" dirty="0">
              <a:solidFill>
                <a:schemeClr val="tx1"/>
              </a:solidFill>
            </a:endParaRPr>
          </a:p>
        </p:txBody>
      </p:sp>
      <p:sp>
        <p:nvSpPr>
          <p:cNvPr id="62" name="Rectangle 61">
            <a:extLst>
              <a:ext uri="{FF2B5EF4-FFF2-40B4-BE49-F238E27FC236}">
                <a16:creationId xmlns:a16="http://schemas.microsoft.com/office/drawing/2014/main" id="{25440D41-F5B0-AA32-640D-C02F03CBA32A}"/>
              </a:ext>
            </a:extLst>
          </p:cNvPr>
          <p:cNvSpPr/>
          <p:nvPr/>
        </p:nvSpPr>
        <p:spPr>
          <a:xfrm>
            <a:off x="25424974" y="40303842"/>
            <a:ext cx="3836815" cy="15267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1828800"/>
            <a:r>
              <a:rPr lang="en-US" sz="1600" b="1" dirty="0">
                <a:solidFill>
                  <a:schemeClr val="tx1"/>
                </a:solidFill>
              </a:rPr>
              <a:t>Contact</a:t>
            </a:r>
          </a:p>
          <a:p>
            <a:pPr marL="457200" indent="-1828800"/>
            <a:r>
              <a:rPr lang="en-US" sz="1600" dirty="0">
                <a:solidFill>
                  <a:schemeClr val="tx1"/>
                </a:solidFill>
              </a:rPr>
              <a:t>Alisa Hamilton, PhD(c)</a:t>
            </a:r>
          </a:p>
          <a:p>
            <a:pPr marL="457200" indent="-1828800"/>
            <a:r>
              <a:rPr lang="en-US" sz="1600" dirty="0">
                <a:solidFill>
                  <a:schemeClr val="tx1"/>
                </a:solidFill>
              </a:rPr>
              <a:t>Dept. of Civil and Systems Engineering</a:t>
            </a:r>
          </a:p>
          <a:p>
            <a:pPr marL="457200" indent="-1828800"/>
            <a:r>
              <a:rPr lang="en-US" sz="1600" dirty="0">
                <a:solidFill>
                  <a:schemeClr val="tx1"/>
                </a:solidFill>
              </a:rPr>
              <a:t>Center for Systems Science and Engineering</a:t>
            </a:r>
          </a:p>
          <a:p>
            <a:pPr marL="457200" indent="-1828800"/>
            <a:r>
              <a:rPr lang="en-US" sz="1600" dirty="0">
                <a:solidFill>
                  <a:schemeClr val="tx1"/>
                </a:solidFill>
              </a:rPr>
              <a:t>Johns Hopkins University</a:t>
            </a:r>
          </a:p>
          <a:p>
            <a:pPr marL="457200" indent="-1828800"/>
            <a:r>
              <a:rPr lang="en-US" sz="1600" dirty="0">
                <a:solidFill>
                  <a:schemeClr val="tx1"/>
                </a:solidFill>
              </a:rPr>
              <a:t>ahamil33@jh.edu</a:t>
            </a:r>
          </a:p>
        </p:txBody>
      </p:sp>
      <p:sp>
        <p:nvSpPr>
          <p:cNvPr id="64" name="Rounded Rectangle 63">
            <a:extLst>
              <a:ext uri="{FF2B5EF4-FFF2-40B4-BE49-F238E27FC236}">
                <a16:creationId xmlns:a16="http://schemas.microsoft.com/office/drawing/2014/main" id="{D735422D-BE5C-BA51-4B2C-D254A07A31F9}"/>
              </a:ext>
            </a:extLst>
          </p:cNvPr>
          <p:cNvSpPr/>
          <p:nvPr/>
        </p:nvSpPr>
        <p:spPr>
          <a:xfrm>
            <a:off x="15842091" y="40429218"/>
            <a:ext cx="8974916" cy="1231223"/>
          </a:xfrm>
          <a:prstGeom prst="roundRect">
            <a:avLst/>
          </a:prstGeom>
          <a:solidFill>
            <a:schemeClr val="tx2">
              <a:lumMod val="20000"/>
              <a:lumOff val="80000"/>
            </a:schemeClr>
          </a:solidFill>
          <a:ln w="1905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github.com/ACCIDDA/GeoPops/tutorials/MIDAS</a:t>
            </a:r>
          </a:p>
        </p:txBody>
      </p:sp>
    </p:spTree>
    <p:extLst>
      <p:ext uri="{BB962C8B-B14F-4D97-AF65-F5344CB8AC3E}">
        <p14:creationId xmlns:p14="http://schemas.microsoft.com/office/powerpoint/2010/main" val="3864525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27857</TotalTime>
  <Words>912</Words>
  <Application>Microsoft Macintosh PowerPoint</Application>
  <PresentationFormat>Custom</PresentationFormat>
  <Paragraphs>127</Paragraphs>
  <Slides>1</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vt:i4>
      </vt:variant>
    </vt:vector>
  </HeadingPairs>
  <TitlesOfParts>
    <vt:vector size="8" baseType="lpstr">
      <vt:lpstr>Aptos</vt:lpstr>
      <vt:lpstr>Arial</vt:lpstr>
      <vt:lpstr>Calibri</vt:lpstr>
      <vt:lpstr>Menlo</vt:lpstr>
      <vt:lpstr>2_Custom Design</vt:lpstr>
      <vt:lpstr>1_Custom Design</vt:lpstr>
      <vt:lpstr>Custom Design</vt:lpstr>
      <vt:lpstr>PowerPoint Presentation</vt:lpstr>
    </vt:vector>
  </TitlesOfParts>
  <Company>University of New South Wales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Yvonne Lee</dc:creator>
  <cp:lastModifiedBy>Hamilton, Alisa</cp:lastModifiedBy>
  <cp:revision>291</cp:revision>
  <dcterms:created xsi:type="dcterms:W3CDTF">2013-02-10T04:50:27Z</dcterms:created>
  <dcterms:modified xsi:type="dcterms:W3CDTF">2025-10-28T18:59:21Z</dcterms:modified>
</cp:coreProperties>
</file>